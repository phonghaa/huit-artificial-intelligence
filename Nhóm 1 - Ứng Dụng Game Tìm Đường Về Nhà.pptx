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3" r:id="rId1"/>
  </p:sldMasterIdLst>
  <p:notesMasterIdLst>
    <p:notesMasterId r:id="rId29"/>
  </p:notesMasterIdLst>
  <p:sldIdLst>
    <p:sldId id="256" r:id="rId2"/>
    <p:sldId id="322" r:id="rId3"/>
    <p:sldId id="258" r:id="rId4"/>
    <p:sldId id="260" r:id="rId5"/>
    <p:sldId id="261" r:id="rId6"/>
    <p:sldId id="263" r:id="rId7"/>
    <p:sldId id="311" r:id="rId8"/>
    <p:sldId id="266" r:id="rId9"/>
    <p:sldId id="273" r:id="rId10"/>
    <p:sldId id="271" r:id="rId11"/>
    <p:sldId id="312" r:id="rId12"/>
    <p:sldId id="314" r:id="rId13"/>
    <p:sldId id="317" r:id="rId14"/>
    <p:sldId id="315" r:id="rId15"/>
    <p:sldId id="287" r:id="rId16"/>
    <p:sldId id="319" r:id="rId17"/>
    <p:sldId id="278" r:id="rId18"/>
    <p:sldId id="313" r:id="rId19"/>
    <p:sldId id="316" r:id="rId20"/>
    <p:sldId id="323" r:id="rId21"/>
    <p:sldId id="264" r:id="rId22"/>
    <p:sldId id="318" r:id="rId23"/>
    <p:sldId id="282" r:id="rId24"/>
    <p:sldId id="288" r:id="rId25"/>
    <p:sldId id="321" r:id="rId26"/>
    <p:sldId id="285" r:id="rId27"/>
    <p:sldId id="290" r:id="rId28"/>
  </p:sldIdLst>
  <p:sldSz cx="9144000" cy="5143500" type="screen16x9"/>
  <p:notesSz cx="6858000" cy="9144000"/>
  <p:embeddedFontLst>
    <p:embeddedFont>
      <p:font typeface="Bebas Neue" panose="020B0606020202050201" pitchFamily="34" charset="0"/>
      <p:regular r:id="rId30"/>
    </p:embeddedFont>
    <p:embeddedFont>
      <p:font typeface="Farsan" panose="020B0604020202020204" charset="0"/>
      <p:regular r:id="rId31"/>
    </p:embeddedFont>
    <p:embeddedFont>
      <p:font typeface="Nunito" pitchFamily="2" charset="0"/>
      <p:regular r:id="rId32"/>
      <p:bold r:id="rId33"/>
      <p:italic r:id="rId34"/>
      <p:boldItalic r:id="rId35"/>
    </p:embeddedFont>
    <p:embeddedFont>
      <p:font typeface="Raleway Medium" pitchFamily="2" charset="0"/>
      <p:regular r:id="rId36"/>
      <p:bold r:id="rId37"/>
      <p:italic r:id="rId38"/>
      <p:boldItalic r:id="rId39"/>
    </p:embeddedFont>
    <p:embeddedFont>
      <p:font typeface="UTM Andrea" panose="02040603050506020204" pitchFamily="18" charset="0"/>
      <p:regular r:id="rId40"/>
    </p:embeddedFont>
    <p:embeddedFont>
      <p:font typeface="UTM Bubble Boom" pitchFamily="2" charset="0"/>
      <p:regular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E79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61CAFD4-26D8-4819-ADF6-F21BD999716D}">
  <a:tblStyle styleId="{861CAFD4-26D8-4819-ADF6-F21BD999716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93" autoAdjust="0"/>
    <p:restoredTop sz="94660"/>
  </p:normalViewPr>
  <p:slideViewPr>
    <p:cSldViewPr snapToGrid="0">
      <p:cViewPr varScale="1">
        <p:scale>
          <a:sx n="106" d="100"/>
          <a:sy n="106" d="100"/>
        </p:scale>
        <p:origin x="864"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6"/>
        <p:cNvGrpSpPr/>
        <p:nvPr/>
      </p:nvGrpSpPr>
      <p:grpSpPr>
        <a:xfrm>
          <a:off x="0" y="0"/>
          <a:ext cx="0" cy="0"/>
          <a:chOff x="0" y="0"/>
          <a:chExt cx="0" cy="0"/>
        </a:xfrm>
      </p:grpSpPr>
      <p:sp>
        <p:nvSpPr>
          <p:cNvPr id="857" name="Google Shape;857;g10b68f5f6c9_0_2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8" name="Google Shape;858;g10b68f5f6c9_0_2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097321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10a2de12baf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6" name="Google Shape;406;g10a2de12baf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g10a2de12baf_0_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5" name="Google Shape;455;g10a2de12baf_0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10a18aa2564_0_234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 name="Google Shape;481;g10a18aa2564_0_234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g10a2de12baf_0_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9" name="Google Shape;519;g10a2de12baf_0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10a18aa2564_0_234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 name="Google Shape;481;g10a18aa2564_0_234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650018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g10a73ee2252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8" name="Google Shape;598;g10a73ee2252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g10a18aa2564_0_233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1" name="Google Shape;901;g10a18aa2564_0_233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g10b68f5f6c9_0_2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1" name="Google Shape;831;g10b68f5f6c9_0_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10a18aa2564_0_234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 name="Google Shape;481;g10a18aa2564_0_234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0036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10a18aa2564_0_234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 name="Google Shape;481;g10a18aa2564_0_234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18678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10a18aa2564_0_234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 name="Google Shape;481;g10a18aa2564_0_234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120408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g10a18aa256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g10a18aa256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560632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5"/>
        <p:cNvGrpSpPr/>
        <p:nvPr/>
      </p:nvGrpSpPr>
      <p:grpSpPr>
        <a:xfrm>
          <a:off x="0" y="0"/>
          <a:ext cx="0" cy="0"/>
          <a:chOff x="0" y="0"/>
          <a:chExt cx="0" cy="0"/>
        </a:xfrm>
      </p:grpSpPr>
      <p:sp>
        <p:nvSpPr>
          <p:cNvPr id="1436" name="Google Shape;1436;g10b68f5f6c9_0_14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7" name="Google Shape;1437;g10b68f5f6c9_0_14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5"/>
        <p:cNvGrpSpPr/>
        <p:nvPr/>
      </p:nvGrpSpPr>
      <p:grpSpPr>
        <a:xfrm>
          <a:off x="0" y="0"/>
          <a:ext cx="0" cy="0"/>
          <a:chOff x="0" y="0"/>
          <a:chExt cx="0" cy="0"/>
        </a:xfrm>
      </p:grpSpPr>
      <p:sp>
        <p:nvSpPr>
          <p:cNvPr id="1436" name="Google Shape;1436;g10b68f5f6c9_0_14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7" name="Google Shape;1437;g10b68f5f6c9_0_14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886740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8"/>
        <p:cNvGrpSpPr/>
        <p:nvPr/>
      </p:nvGrpSpPr>
      <p:grpSpPr>
        <a:xfrm>
          <a:off x="0" y="0"/>
          <a:ext cx="0" cy="0"/>
          <a:chOff x="0" y="0"/>
          <a:chExt cx="0" cy="0"/>
        </a:xfrm>
      </p:grpSpPr>
      <p:sp>
        <p:nvSpPr>
          <p:cNvPr id="1099" name="Google Shape;1099;g10b68f5f6c9_0_5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0" name="Google Shape;1100;g10b68f5f6c9_0_5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10a18aa2564_0_234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 name="Google Shape;481;g10a18aa2564_0_234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514016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10a18aa2564_0_234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 name="Google Shape;481;g10a18aa2564_0_234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164787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10a18aa2564_0_234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 name="Google Shape;481;g10a18aa2564_0_234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747378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g10a18aa256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g10a18aa256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5"/>
        <p:cNvGrpSpPr/>
        <p:nvPr/>
      </p:nvGrpSpPr>
      <p:grpSpPr>
        <a:xfrm>
          <a:off x="0" y="0"/>
          <a:ext cx="0" cy="0"/>
          <a:chOff x="0" y="0"/>
          <a:chExt cx="0" cy="0"/>
        </a:xfrm>
      </p:grpSpPr>
      <p:sp>
        <p:nvSpPr>
          <p:cNvPr id="1436" name="Google Shape;1436;g10b68f5f6c9_0_14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7" name="Google Shape;1437;g10b68f5f6c9_0_14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26399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3"/>
        <p:cNvGrpSpPr/>
        <p:nvPr/>
      </p:nvGrpSpPr>
      <p:grpSpPr>
        <a:xfrm>
          <a:off x="0" y="0"/>
          <a:ext cx="0" cy="0"/>
          <a:chOff x="0" y="0"/>
          <a:chExt cx="0" cy="0"/>
        </a:xfrm>
      </p:grpSpPr>
      <p:sp>
        <p:nvSpPr>
          <p:cNvPr id="1334" name="Google Shape;1334;g10b68f5f6c9_0_9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5" name="Google Shape;1335;g10b68f5f6c9_0_9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1"/>
        <p:cNvGrpSpPr/>
        <p:nvPr/>
      </p:nvGrpSpPr>
      <p:grpSpPr>
        <a:xfrm>
          <a:off x="0" y="0"/>
          <a:ext cx="0" cy="0"/>
          <a:chOff x="0" y="0"/>
          <a:chExt cx="0" cy="0"/>
        </a:xfrm>
      </p:grpSpPr>
      <p:sp>
        <p:nvSpPr>
          <p:cNvPr id="1452" name="Google Shape;1452;g10a18aa2564_0_234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3" name="Google Shape;1453;g10a18aa2564_0_234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1"/>
        <p:cNvGrpSpPr/>
        <p:nvPr/>
      </p:nvGrpSpPr>
      <p:grpSpPr>
        <a:xfrm>
          <a:off x="0" y="0"/>
          <a:ext cx="0" cy="0"/>
          <a:chOff x="0" y="0"/>
          <a:chExt cx="0" cy="0"/>
        </a:xfrm>
      </p:grpSpPr>
      <p:sp>
        <p:nvSpPr>
          <p:cNvPr id="1452" name="Google Shape;1452;g10a18aa2564_0_234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3" name="Google Shape;1453;g10a18aa2564_0_234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009562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2"/>
        <p:cNvGrpSpPr/>
        <p:nvPr/>
      </p:nvGrpSpPr>
      <p:grpSpPr>
        <a:xfrm>
          <a:off x="0" y="0"/>
          <a:ext cx="0" cy="0"/>
          <a:chOff x="0" y="0"/>
          <a:chExt cx="0" cy="0"/>
        </a:xfrm>
      </p:grpSpPr>
      <p:sp>
        <p:nvSpPr>
          <p:cNvPr id="1413" name="Google Shape;1413;g10b68f5f6c9_0_10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4" name="Google Shape;1414;g10b68f5f6c9_0_10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3"/>
        <p:cNvGrpSpPr/>
        <p:nvPr/>
      </p:nvGrpSpPr>
      <p:grpSpPr>
        <a:xfrm>
          <a:off x="0" y="0"/>
          <a:ext cx="0" cy="0"/>
          <a:chOff x="0" y="0"/>
          <a:chExt cx="0" cy="0"/>
        </a:xfrm>
      </p:grpSpPr>
      <p:sp>
        <p:nvSpPr>
          <p:cNvPr id="1514" name="Google Shape;1514;g10a18aa2564_0_235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5" name="Google Shape;1515;g10a18aa2564_0_235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8"/>
        <p:cNvGrpSpPr/>
        <p:nvPr/>
      </p:nvGrpSpPr>
      <p:grpSpPr>
        <a:xfrm>
          <a:off x="0" y="0"/>
          <a:ext cx="0" cy="0"/>
          <a:chOff x="0" y="0"/>
          <a:chExt cx="0" cy="0"/>
        </a:xfrm>
      </p:grpSpPr>
      <p:sp>
        <p:nvSpPr>
          <p:cNvPr id="9" name="Google Shape;9;p2"/>
          <p:cNvSpPr txBox="1"/>
          <p:nvPr/>
        </p:nvSpPr>
        <p:spPr>
          <a:xfrm>
            <a:off x="11400" y="0"/>
            <a:ext cx="9121200" cy="1134300"/>
          </a:xfrm>
          <a:prstGeom prst="rect">
            <a:avLst/>
          </a:prstGeom>
          <a:noFill/>
          <a:ln>
            <a:noFill/>
          </a:ln>
        </p:spPr>
        <p:txBody>
          <a:bodyPr spcFirstLastPara="1" wrap="square" lIns="91425" tIns="91425" rIns="91425" bIns="91425" anchor="t" anchorCtr="0">
            <a:noAutofit/>
          </a:bodyPr>
          <a:lstStyle/>
          <a:p>
            <a:pPr marL="0" lvl="0" indent="0" algn="ctr" rtl="0">
              <a:lnSpc>
                <a:spcPct val="90000"/>
              </a:lnSpc>
              <a:spcBef>
                <a:spcPts val="0"/>
              </a:spcBef>
              <a:spcAft>
                <a:spcPts val="0"/>
              </a:spcAft>
              <a:buNone/>
            </a:pPr>
            <a:r>
              <a:rPr lang="en" sz="9600" dirty="0">
                <a:solidFill>
                  <a:schemeClr val="accent3"/>
                </a:solidFill>
                <a:latin typeface="UTM Bubble Boom" pitchFamily="2" charset="0"/>
                <a:ea typeface="Bebas Neue"/>
                <a:cs typeface="Bebas Neue"/>
                <a:sym typeface="Bebas Neue"/>
              </a:rPr>
              <a:t>TRÍ</a:t>
            </a:r>
            <a:r>
              <a:rPr lang="en" sz="9600" baseline="0" dirty="0">
                <a:solidFill>
                  <a:schemeClr val="accent3"/>
                </a:solidFill>
                <a:latin typeface="UTM Bubble Boom" pitchFamily="2" charset="0"/>
                <a:ea typeface="Bebas Neue"/>
                <a:cs typeface="Bebas Neue"/>
                <a:sym typeface="Bebas Neue"/>
              </a:rPr>
              <a:t> TUỆ NHÂN TẠO</a:t>
            </a:r>
            <a:endParaRPr sz="2000" dirty="0">
              <a:solidFill>
                <a:schemeClr val="accent3"/>
              </a:solidFill>
              <a:latin typeface="UTM Bubble Boom" pitchFamily="2" charset="0"/>
              <a:ea typeface="Nunito"/>
              <a:cs typeface="Nunito"/>
              <a:sym typeface="Nunito"/>
            </a:endParaRPr>
          </a:p>
        </p:txBody>
      </p:sp>
      <p:sp>
        <p:nvSpPr>
          <p:cNvPr id="10" name="Google Shape;10;p2"/>
          <p:cNvSpPr txBox="1"/>
          <p:nvPr/>
        </p:nvSpPr>
        <p:spPr>
          <a:xfrm>
            <a:off x="11400" y="2656728"/>
            <a:ext cx="9121200" cy="1134300"/>
          </a:xfrm>
          <a:prstGeom prst="rect">
            <a:avLst/>
          </a:prstGeom>
          <a:noFill/>
          <a:ln>
            <a:noFill/>
          </a:ln>
        </p:spPr>
        <p:txBody>
          <a:bodyPr spcFirstLastPara="1" wrap="square" lIns="91425" tIns="91425" rIns="91425" bIns="91425" anchor="t" anchorCtr="0">
            <a:noAutofit/>
          </a:bodyPr>
          <a:lstStyle/>
          <a:p>
            <a:pPr marL="0" lvl="0" indent="0" algn="ctr" rtl="0">
              <a:lnSpc>
                <a:spcPct val="90000"/>
              </a:lnSpc>
              <a:spcBef>
                <a:spcPts val="0"/>
              </a:spcBef>
              <a:spcAft>
                <a:spcPts val="0"/>
              </a:spcAft>
              <a:buNone/>
            </a:pPr>
            <a:r>
              <a:rPr lang="en-US" sz="9600" dirty="0">
                <a:solidFill>
                  <a:schemeClr val="accent3"/>
                </a:solidFill>
                <a:latin typeface="UTM Bubble Boom" pitchFamily="2" charset="0"/>
                <a:ea typeface="Bebas Neue"/>
                <a:cs typeface="Bebas Neue"/>
                <a:sym typeface="Bebas Neue"/>
              </a:rPr>
              <a:t>TRÍ</a:t>
            </a:r>
            <a:r>
              <a:rPr lang="en-US" sz="9600" baseline="0" dirty="0">
                <a:solidFill>
                  <a:schemeClr val="accent3"/>
                </a:solidFill>
                <a:latin typeface="UTM Bubble Boom" pitchFamily="2" charset="0"/>
                <a:ea typeface="Bebas Neue"/>
                <a:cs typeface="Bebas Neue"/>
                <a:sym typeface="Bebas Neue"/>
              </a:rPr>
              <a:t> TUỆ NHÂN TẠO</a:t>
            </a:r>
            <a:endParaRPr lang="en-US" sz="11500" dirty="0">
              <a:solidFill>
                <a:schemeClr val="accent3"/>
              </a:solidFill>
              <a:latin typeface="UTM Bubble Boom" pitchFamily="2" charset="0"/>
              <a:ea typeface="Nunito"/>
              <a:cs typeface="Nunito"/>
              <a:sym typeface="Nunito"/>
            </a:endParaRPr>
          </a:p>
        </p:txBody>
      </p:sp>
      <p:sp>
        <p:nvSpPr>
          <p:cNvPr id="11" name="Google Shape;11;p2"/>
          <p:cNvSpPr txBox="1"/>
          <p:nvPr/>
        </p:nvSpPr>
        <p:spPr>
          <a:xfrm>
            <a:off x="22675" y="3985092"/>
            <a:ext cx="9121200" cy="1134300"/>
          </a:xfrm>
          <a:prstGeom prst="rect">
            <a:avLst/>
          </a:prstGeom>
          <a:noFill/>
          <a:ln>
            <a:noFill/>
          </a:ln>
        </p:spPr>
        <p:txBody>
          <a:bodyPr spcFirstLastPara="1" wrap="square" lIns="91425" tIns="91425" rIns="91425" bIns="91425" anchor="t" anchorCtr="0">
            <a:noAutofit/>
          </a:bodyPr>
          <a:lstStyle/>
          <a:p>
            <a:pPr marL="0" lvl="0" indent="0" algn="ctr" rtl="0">
              <a:lnSpc>
                <a:spcPct val="90000"/>
              </a:lnSpc>
              <a:spcBef>
                <a:spcPts val="0"/>
              </a:spcBef>
              <a:spcAft>
                <a:spcPts val="0"/>
              </a:spcAft>
              <a:buNone/>
            </a:pPr>
            <a:r>
              <a:rPr lang="en-US" sz="9600" dirty="0">
                <a:solidFill>
                  <a:schemeClr val="accent3"/>
                </a:solidFill>
                <a:latin typeface="UTM Bubble Boom" pitchFamily="2" charset="0"/>
                <a:ea typeface="Bebas Neue"/>
                <a:cs typeface="Bebas Neue"/>
                <a:sym typeface="Bebas Neue"/>
              </a:rPr>
              <a:t>TRÍ</a:t>
            </a:r>
            <a:r>
              <a:rPr lang="en-US" sz="9600" baseline="0" dirty="0">
                <a:solidFill>
                  <a:schemeClr val="accent3"/>
                </a:solidFill>
                <a:latin typeface="UTM Bubble Boom" pitchFamily="2" charset="0"/>
                <a:ea typeface="Bebas Neue"/>
                <a:cs typeface="Bebas Neue"/>
                <a:sym typeface="Bebas Neue"/>
              </a:rPr>
              <a:t> TUỆ NHÂN TẠO</a:t>
            </a:r>
            <a:endParaRPr lang="en-US" sz="11500" dirty="0">
              <a:solidFill>
                <a:schemeClr val="accent3"/>
              </a:solidFill>
              <a:latin typeface="UTM Bubble Boom" pitchFamily="2" charset="0"/>
              <a:ea typeface="Nunito"/>
              <a:cs typeface="Nunito"/>
              <a:sym typeface="Nunito"/>
            </a:endParaRPr>
          </a:p>
        </p:txBody>
      </p:sp>
      <p:sp>
        <p:nvSpPr>
          <p:cNvPr id="12" name="Google Shape;12;p2"/>
          <p:cNvSpPr txBox="1"/>
          <p:nvPr/>
        </p:nvSpPr>
        <p:spPr>
          <a:xfrm>
            <a:off x="30450" y="1328364"/>
            <a:ext cx="9121200" cy="1134300"/>
          </a:xfrm>
          <a:prstGeom prst="rect">
            <a:avLst/>
          </a:prstGeom>
          <a:noFill/>
          <a:ln>
            <a:noFill/>
          </a:ln>
        </p:spPr>
        <p:txBody>
          <a:bodyPr spcFirstLastPara="1" wrap="square" lIns="91425" tIns="91425" rIns="91425" bIns="91425" anchor="t" anchorCtr="0">
            <a:noAutofit/>
          </a:bodyPr>
          <a:lstStyle/>
          <a:p>
            <a:pPr marL="0" lvl="0" indent="0" algn="ctr" rtl="0">
              <a:lnSpc>
                <a:spcPct val="90000"/>
              </a:lnSpc>
              <a:spcBef>
                <a:spcPts val="0"/>
              </a:spcBef>
              <a:spcAft>
                <a:spcPts val="0"/>
              </a:spcAft>
              <a:buNone/>
            </a:pPr>
            <a:r>
              <a:rPr lang="en-US" sz="9600" dirty="0">
                <a:solidFill>
                  <a:schemeClr val="accent3"/>
                </a:solidFill>
                <a:latin typeface="UTM Bubble Boom" pitchFamily="2" charset="0"/>
                <a:ea typeface="Bebas Neue"/>
                <a:cs typeface="Bebas Neue"/>
                <a:sym typeface="Bebas Neue"/>
              </a:rPr>
              <a:t>TRÍ</a:t>
            </a:r>
            <a:r>
              <a:rPr lang="en-US" sz="9600" baseline="0" dirty="0">
                <a:solidFill>
                  <a:schemeClr val="accent3"/>
                </a:solidFill>
                <a:latin typeface="UTM Bubble Boom" pitchFamily="2" charset="0"/>
                <a:ea typeface="Bebas Neue"/>
                <a:cs typeface="Bebas Neue"/>
                <a:sym typeface="Bebas Neue"/>
              </a:rPr>
              <a:t> TUỆ NHÂN TẠO</a:t>
            </a:r>
            <a:endParaRPr lang="en-US" sz="11500" dirty="0">
              <a:solidFill>
                <a:schemeClr val="accent3"/>
              </a:solidFill>
              <a:latin typeface="UTM Bubble Boom" pitchFamily="2" charset="0"/>
              <a:ea typeface="Nunito"/>
              <a:cs typeface="Nunito"/>
              <a:sym typeface="Nunito"/>
            </a:endParaRPr>
          </a:p>
        </p:txBody>
      </p:sp>
      <p:sp>
        <p:nvSpPr>
          <p:cNvPr id="13" name="Google Shape;13;p2"/>
          <p:cNvSpPr/>
          <p:nvPr/>
        </p:nvSpPr>
        <p:spPr>
          <a:xfrm>
            <a:off x="1118000" y="678166"/>
            <a:ext cx="7720800" cy="4073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txBox="1">
            <a:spLocks noGrp="1"/>
          </p:cNvSpPr>
          <p:nvPr>
            <p:ph type="ctrTitle"/>
          </p:nvPr>
        </p:nvSpPr>
        <p:spPr>
          <a:xfrm>
            <a:off x="3356550" y="1165860"/>
            <a:ext cx="4412100" cy="1875900"/>
          </a:xfrm>
          <a:prstGeom prst="rect">
            <a:avLst/>
          </a:prstGeom>
        </p:spPr>
        <p:txBody>
          <a:bodyPr spcFirstLastPara="1" wrap="square" lIns="91425" tIns="91425" rIns="91425" bIns="91425" anchor="ctr" anchorCtr="0">
            <a:noAutofit/>
          </a:bodyPr>
          <a:lstStyle>
            <a:lvl1pPr lvl="0">
              <a:spcBef>
                <a:spcPts val="0"/>
              </a:spcBef>
              <a:spcAft>
                <a:spcPts val="0"/>
              </a:spcAft>
              <a:buClr>
                <a:srgbClr val="191919"/>
              </a:buClr>
              <a:buSzPts val="5200"/>
              <a:buNone/>
              <a:defRPr sz="6000">
                <a:solidFill>
                  <a:schemeClr val="accent1"/>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5" name="Google Shape;15;p2"/>
          <p:cNvSpPr txBox="1">
            <a:spLocks noGrp="1"/>
          </p:cNvSpPr>
          <p:nvPr>
            <p:ph type="subTitle" idx="1"/>
          </p:nvPr>
        </p:nvSpPr>
        <p:spPr>
          <a:xfrm>
            <a:off x="3356550" y="3041885"/>
            <a:ext cx="4412100" cy="4095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1400"/>
              <a:buNone/>
              <a:defRPr sz="3100" b="1">
                <a:solidFill>
                  <a:schemeClr val="accent2"/>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6" name="Google Shape;16;p2"/>
          <p:cNvSpPr txBox="1">
            <a:spLocks noGrp="1"/>
          </p:cNvSpPr>
          <p:nvPr>
            <p:ph type="subTitle" idx="2"/>
          </p:nvPr>
        </p:nvSpPr>
        <p:spPr>
          <a:xfrm>
            <a:off x="3356550" y="3840335"/>
            <a:ext cx="4412100" cy="409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solidFill>
                  <a:schemeClr val="accent2"/>
                </a:solidFill>
                <a:latin typeface="Raleway Medium"/>
                <a:ea typeface="Raleway Medium"/>
                <a:cs typeface="Raleway Medium"/>
                <a:sym typeface="Raleway Medium"/>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1"/>
        </a:solidFill>
        <a:effectLst/>
      </p:bgPr>
    </p:bg>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2106050" y="2190967"/>
            <a:ext cx="49449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9" name="Google Shape;19;p3"/>
          <p:cNvSpPr txBox="1">
            <a:spLocks noGrp="1"/>
          </p:cNvSpPr>
          <p:nvPr>
            <p:ph type="title" idx="2" hasCustomPrompt="1"/>
          </p:nvPr>
        </p:nvSpPr>
        <p:spPr>
          <a:xfrm>
            <a:off x="3638942" y="1349167"/>
            <a:ext cx="18828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solidFill>
                  <a:schemeClr val="dk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0" name="Google Shape;20;p3"/>
          <p:cNvSpPr txBox="1">
            <a:spLocks noGrp="1"/>
          </p:cNvSpPr>
          <p:nvPr>
            <p:ph type="subTitle" idx="1"/>
          </p:nvPr>
        </p:nvSpPr>
        <p:spPr>
          <a:xfrm>
            <a:off x="1897842" y="3055967"/>
            <a:ext cx="5350800" cy="713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900">
                <a:solidFill>
                  <a:schemeClr val="accent2"/>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1" name="Google Shape;21;p3"/>
          <p:cNvSpPr txBox="1"/>
          <p:nvPr/>
        </p:nvSpPr>
        <p:spPr>
          <a:xfrm rot="5400000">
            <a:off x="-711250" y="3555575"/>
            <a:ext cx="2031750" cy="11436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None/>
            </a:pPr>
            <a:r>
              <a:rPr lang="en" sz="7900" dirty="0">
                <a:solidFill>
                  <a:schemeClr val="lt1"/>
                </a:solidFill>
                <a:latin typeface="UTM Bubble Boom" pitchFamily="2" charset="0"/>
                <a:ea typeface="Bebas Neue"/>
                <a:cs typeface="Bebas Neue"/>
                <a:sym typeface="Bebas Neue"/>
              </a:rPr>
              <a:t>/(AI)</a:t>
            </a:r>
            <a:endParaRPr dirty="0">
              <a:solidFill>
                <a:schemeClr val="lt1"/>
              </a:solidFill>
              <a:latin typeface="UTM Bubble Boom" pitchFamily="2"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chemeClr val="dk1"/>
        </a:solidFill>
        <a:effectLst/>
      </p:bgPr>
    </p:bg>
    <p:spTree>
      <p:nvGrpSpPr>
        <p:cNvPr id="1" name="Shape 27"/>
        <p:cNvGrpSpPr/>
        <p:nvPr/>
      </p:nvGrpSpPr>
      <p:grpSpPr>
        <a:xfrm>
          <a:off x="0" y="0"/>
          <a:ext cx="0" cy="0"/>
          <a:chOff x="0" y="0"/>
          <a:chExt cx="0" cy="0"/>
        </a:xfrm>
      </p:grpSpPr>
      <p:sp>
        <p:nvSpPr>
          <p:cNvPr id="29" name="Google Shape;29;p5"/>
          <p:cNvSpPr txBox="1">
            <a:spLocks noGrp="1"/>
          </p:cNvSpPr>
          <p:nvPr>
            <p:ph type="subTitle" idx="1"/>
          </p:nvPr>
        </p:nvSpPr>
        <p:spPr>
          <a:xfrm>
            <a:off x="1834113" y="1773447"/>
            <a:ext cx="2752200" cy="5394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2500"/>
              <a:buFont typeface="Bebas Neue"/>
              <a:buNone/>
              <a:defRPr sz="2500">
                <a:solidFill>
                  <a:schemeClr val="accent2"/>
                </a:solidFill>
                <a:latin typeface="Bebas Neue"/>
                <a:ea typeface="Bebas Neue"/>
                <a:cs typeface="Bebas Neue"/>
                <a:sym typeface="Bebas Neue"/>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a:endParaRPr/>
          </a:p>
        </p:txBody>
      </p:sp>
      <p:sp>
        <p:nvSpPr>
          <p:cNvPr id="30" name="Google Shape;30;p5"/>
          <p:cNvSpPr txBox="1">
            <a:spLocks noGrp="1"/>
          </p:cNvSpPr>
          <p:nvPr>
            <p:ph type="subTitle" idx="2"/>
          </p:nvPr>
        </p:nvSpPr>
        <p:spPr>
          <a:xfrm>
            <a:off x="4572050" y="3532125"/>
            <a:ext cx="2752200" cy="539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500"/>
              <a:buFont typeface="Bebas Neue"/>
              <a:buNone/>
              <a:defRPr sz="2500">
                <a:solidFill>
                  <a:schemeClr val="accent2"/>
                </a:solidFill>
                <a:latin typeface="Bebas Neue"/>
                <a:ea typeface="Bebas Neue"/>
                <a:cs typeface="Bebas Neue"/>
                <a:sym typeface="Bebas Neue"/>
              </a:defRPr>
            </a:lvl1pPr>
            <a:lvl2pPr lvl="1" algn="ctr" rtl="0">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rtl="0">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rtl="0">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rtl="0">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rtl="0">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rtl="0">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rtl="0">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rtl="0">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a:endParaRPr/>
          </a:p>
        </p:txBody>
      </p:sp>
      <p:sp>
        <p:nvSpPr>
          <p:cNvPr id="31" name="Google Shape;31;p5"/>
          <p:cNvSpPr txBox="1">
            <a:spLocks noGrp="1"/>
          </p:cNvSpPr>
          <p:nvPr>
            <p:ph type="subTitle" idx="3"/>
          </p:nvPr>
        </p:nvSpPr>
        <p:spPr>
          <a:xfrm>
            <a:off x="5103350" y="1545297"/>
            <a:ext cx="2752200" cy="995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solidFill>
                  <a:schemeClr val="accent2"/>
                </a:solidFill>
                <a:latin typeface="Raleway Medium"/>
                <a:ea typeface="Raleway Medium"/>
                <a:cs typeface="Raleway Medium"/>
                <a:sym typeface="Raleway Medium"/>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 name="Google Shape;32;p5"/>
          <p:cNvSpPr txBox="1">
            <a:spLocks noGrp="1"/>
          </p:cNvSpPr>
          <p:nvPr>
            <p:ph type="subTitle" idx="4"/>
          </p:nvPr>
        </p:nvSpPr>
        <p:spPr>
          <a:xfrm>
            <a:off x="1236966" y="3303975"/>
            <a:ext cx="2752200" cy="995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solidFill>
                  <a:schemeClr val="accent2"/>
                </a:solidFill>
                <a:latin typeface="Raleway Medium"/>
                <a:ea typeface="Raleway Medium"/>
                <a:cs typeface="Raleway Medium"/>
                <a:sym typeface="Raleway Medium"/>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3" name="Google Shape;33;p5"/>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900"/>
              <a:buNone/>
              <a:defRPr sz="3900">
                <a:solidFill>
                  <a:schemeClr val="accent1"/>
                </a:solidFill>
              </a:defRPr>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dk1"/>
        </a:solidFill>
        <a:effectLst/>
      </p:bgPr>
    </p:bg>
    <p:spTree>
      <p:nvGrpSpPr>
        <p:cNvPr id="1" name="Shape 34"/>
        <p:cNvGrpSpPr/>
        <p:nvPr/>
      </p:nvGrpSpPr>
      <p:grpSpPr>
        <a:xfrm>
          <a:off x="0" y="0"/>
          <a:ext cx="0" cy="0"/>
          <a:chOff x="0" y="0"/>
          <a:chExt cx="0" cy="0"/>
        </a:xfrm>
      </p:grpSpPr>
      <p:sp>
        <p:nvSpPr>
          <p:cNvPr id="35" name="Google Shape;35;p6"/>
          <p:cNvSpPr txBox="1"/>
          <p:nvPr/>
        </p:nvSpPr>
        <p:spPr>
          <a:xfrm>
            <a:off x="5495234" y="1236278"/>
            <a:ext cx="3754200" cy="3508500"/>
          </a:xfrm>
          <a:prstGeom prst="rect">
            <a:avLst/>
          </a:prstGeom>
          <a:noFill/>
          <a:ln>
            <a:noFill/>
          </a:ln>
        </p:spPr>
        <p:txBody>
          <a:bodyPr spcFirstLastPara="1" wrap="square" lIns="91425" tIns="91425" rIns="91425" bIns="91425" anchor="t" anchorCtr="0">
            <a:noAutofit/>
          </a:bodyPr>
          <a:lstStyle/>
          <a:p>
            <a:pPr marL="0" lvl="0" indent="0" algn="r" rtl="0">
              <a:lnSpc>
                <a:spcPct val="90000"/>
              </a:lnSpc>
              <a:spcBef>
                <a:spcPts val="0"/>
              </a:spcBef>
              <a:spcAft>
                <a:spcPts val="0"/>
              </a:spcAft>
              <a:buNone/>
            </a:pPr>
            <a:r>
              <a:rPr lang="en-US" sz="7900" dirty="0">
                <a:solidFill>
                  <a:schemeClr val="accent3"/>
                </a:solidFill>
                <a:latin typeface="UTM Bubble Boom" pitchFamily="2" charset="0"/>
                <a:ea typeface="Bebas Neue"/>
                <a:cs typeface="Bebas Neue"/>
                <a:sym typeface="Bebas Neue"/>
              </a:rPr>
              <a:t>T</a:t>
            </a:r>
            <a:r>
              <a:rPr lang="en" sz="7900" dirty="0">
                <a:solidFill>
                  <a:schemeClr val="accent3"/>
                </a:solidFill>
                <a:latin typeface="UTM Bubble Boom" pitchFamily="2" charset="0"/>
                <a:ea typeface="Bebas Neue"/>
                <a:cs typeface="Bebas Neue"/>
                <a:sym typeface="Bebas Neue"/>
              </a:rPr>
              <a:t>rí</a:t>
            </a:r>
            <a:r>
              <a:rPr lang="en" sz="7900" baseline="0" dirty="0">
                <a:solidFill>
                  <a:schemeClr val="accent3"/>
                </a:solidFill>
                <a:latin typeface="UTM Bubble Boom" pitchFamily="2" charset="0"/>
                <a:ea typeface="Bebas Neue"/>
                <a:cs typeface="Bebas Neue"/>
                <a:sym typeface="Bebas Neue"/>
              </a:rPr>
              <a:t> </a:t>
            </a:r>
            <a:br>
              <a:rPr lang="en" sz="7900" baseline="0" dirty="0">
                <a:solidFill>
                  <a:schemeClr val="accent3"/>
                </a:solidFill>
                <a:latin typeface="UTM Bubble Boom" pitchFamily="2" charset="0"/>
                <a:ea typeface="Bebas Neue"/>
                <a:cs typeface="Bebas Neue"/>
                <a:sym typeface="Bebas Neue"/>
              </a:rPr>
            </a:br>
            <a:r>
              <a:rPr lang="en" sz="7900" baseline="0" dirty="0">
                <a:solidFill>
                  <a:schemeClr val="accent3"/>
                </a:solidFill>
                <a:latin typeface="UTM Bubble Boom" pitchFamily="2" charset="0"/>
                <a:ea typeface="Bebas Neue"/>
                <a:cs typeface="Bebas Neue"/>
                <a:sym typeface="Bebas Neue"/>
              </a:rPr>
              <a:t>tuệ</a:t>
            </a:r>
            <a:br>
              <a:rPr lang="en" sz="7900" baseline="0" dirty="0">
                <a:solidFill>
                  <a:schemeClr val="accent3"/>
                </a:solidFill>
                <a:latin typeface="UTM Bubble Boom" pitchFamily="2" charset="0"/>
                <a:ea typeface="Bebas Neue"/>
                <a:cs typeface="Bebas Neue"/>
                <a:sym typeface="Bebas Neue"/>
              </a:rPr>
            </a:br>
            <a:r>
              <a:rPr lang="en" sz="7900" baseline="0" dirty="0">
                <a:solidFill>
                  <a:schemeClr val="accent3"/>
                </a:solidFill>
                <a:latin typeface="UTM Bubble Boom" pitchFamily="2" charset="0"/>
                <a:ea typeface="Bebas Neue"/>
                <a:cs typeface="Bebas Neue"/>
                <a:sym typeface="Bebas Neue"/>
              </a:rPr>
              <a:t>nhân</a:t>
            </a:r>
            <a:br>
              <a:rPr lang="en" sz="7900" baseline="0" dirty="0">
                <a:solidFill>
                  <a:schemeClr val="accent3"/>
                </a:solidFill>
                <a:latin typeface="UTM Bubble Boom" pitchFamily="2" charset="0"/>
                <a:ea typeface="Bebas Neue"/>
                <a:cs typeface="Bebas Neue"/>
                <a:sym typeface="Bebas Neue"/>
              </a:rPr>
            </a:br>
            <a:r>
              <a:rPr lang="en" sz="7900" baseline="0" dirty="0">
                <a:solidFill>
                  <a:schemeClr val="accent3"/>
                </a:solidFill>
                <a:latin typeface="UTM Bubble Boom" pitchFamily="2" charset="0"/>
                <a:ea typeface="Bebas Neue"/>
                <a:cs typeface="Bebas Neue"/>
                <a:sym typeface="Bebas Neue"/>
              </a:rPr>
              <a:t>tạo</a:t>
            </a:r>
            <a:endParaRPr dirty="0">
              <a:solidFill>
                <a:schemeClr val="accent3"/>
              </a:solidFill>
              <a:latin typeface="UTM Bubble Boom" pitchFamily="2" charset="0"/>
              <a:ea typeface="Nunito"/>
              <a:cs typeface="Nunito"/>
              <a:sym typeface="Nunito"/>
            </a:endParaRPr>
          </a:p>
        </p:txBody>
      </p:sp>
      <p:sp>
        <p:nvSpPr>
          <p:cNvPr id="36" name="Google Shape;36;p6"/>
          <p:cNvSpPr/>
          <p:nvPr/>
        </p:nvSpPr>
        <p:spPr>
          <a:xfrm>
            <a:off x="712400" y="1168200"/>
            <a:ext cx="7716600" cy="397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6"/>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900"/>
              <a:buNone/>
              <a:defRPr sz="3900">
                <a:solidFill>
                  <a:schemeClr val="accent1"/>
                </a:solidFill>
              </a:defRPr>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7"/>
        <p:cNvGrpSpPr/>
        <p:nvPr/>
      </p:nvGrpSpPr>
      <p:grpSpPr>
        <a:xfrm>
          <a:off x="0" y="0"/>
          <a:ext cx="0" cy="0"/>
          <a:chOff x="0" y="0"/>
          <a:chExt cx="0" cy="0"/>
        </a:xfrm>
      </p:grpSpPr>
      <p:sp>
        <p:nvSpPr>
          <p:cNvPr id="48" name="Google Shape;48;p9"/>
          <p:cNvSpPr txBox="1"/>
          <p:nvPr/>
        </p:nvSpPr>
        <p:spPr>
          <a:xfrm>
            <a:off x="11400" y="2656728"/>
            <a:ext cx="9121200" cy="1134300"/>
          </a:xfrm>
          <a:prstGeom prst="rect">
            <a:avLst/>
          </a:prstGeom>
          <a:noFill/>
          <a:ln>
            <a:noFill/>
          </a:ln>
        </p:spPr>
        <p:txBody>
          <a:bodyPr spcFirstLastPara="1" wrap="square" lIns="91425" tIns="91425" rIns="91425" bIns="91425" anchor="t" anchorCtr="0">
            <a:noAutofit/>
          </a:bodyPr>
          <a:lstStyle/>
          <a:p>
            <a:pPr marL="0" lvl="0" indent="0" algn="ctr" rtl="0">
              <a:lnSpc>
                <a:spcPct val="90000"/>
              </a:lnSpc>
              <a:spcBef>
                <a:spcPts val="0"/>
              </a:spcBef>
              <a:spcAft>
                <a:spcPts val="0"/>
              </a:spcAft>
              <a:buNone/>
            </a:pPr>
            <a:r>
              <a:rPr lang="en-US" sz="9600" dirty="0" err="1">
                <a:solidFill>
                  <a:schemeClr val="accent3"/>
                </a:solidFill>
                <a:latin typeface="UTM Bubble Boom" pitchFamily="2" charset="0"/>
                <a:ea typeface="Bebas Neue"/>
                <a:cs typeface="Bebas Neue"/>
                <a:sym typeface="Bebas Neue"/>
              </a:rPr>
              <a:t>Trí</a:t>
            </a:r>
            <a:r>
              <a:rPr lang="en-US" sz="9600" baseline="0" dirty="0">
                <a:solidFill>
                  <a:schemeClr val="accent3"/>
                </a:solidFill>
                <a:latin typeface="UTM Bubble Boom" pitchFamily="2" charset="0"/>
                <a:ea typeface="Bebas Neue"/>
                <a:cs typeface="Bebas Neue"/>
                <a:sym typeface="Bebas Neue"/>
              </a:rPr>
              <a:t> </a:t>
            </a:r>
            <a:r>
              <a:rPr lang="en-US" sz="9600" baseline="0" dirty="0" err="1">
                <a:solidFill>
                  <a:schemeClr val="accent3"/>
                </a:solidFill>
                <a:latin typeface="UTM Bubble Boom" pitchFamily="2" charset="0"/>
                <a:ea typeface="Bebas Neue"/>
                <a:cs typeface="Bebas Neue"/>
                <a:sym typeface="Bebas Neue"/>
              </a:rPr>
              <a:t>tuệ</a:t>
            </a:r>
            <a:r>
              <a:rPr lang="en-US" sz="9600" baseline="0" dirty="0">
                <a:solidFill>
                  <a:schemeClr val="accent3"/>
                </a:solidFill>
                <a:latin typeface="UTM Bubble Boom" pitchFamily="2" charset="0"/>
                <a:ea typeface="Bebas Neue"/>
                <a:cs typeface="Bebas Neue"/>
                <a:sym typeface="Bebas Neue"/>
              </a:rPr>
              <a:t> </a:t>
            </a:r>
            <a:r>
              <a:rPr lang="en-US" sz="9600" baseline="0" dirty="0" err="1">
                <a:solidFill>
                  <a:schemeClr val="accent3"/>
                </a:solidFill>
                <a:latin typeface="UTM Bubble Boom" pitchFamily="2" charset="0"/>
                <a:ea typeface="Bebas Neue"/>
                <a:cs typeface="Bebas Neue"/>
                <a:sym typeface="Bebas Neue"/>
              </a:rPr>
              <a:t>nhân</a:t>
            </a:r>
            <a:r>
              <a:rPr lang="en-US" sz="9600" baseline="0" dirty="0">
                <a:solidFill>
                  <a:schemeClr val="accent3"/>
                </a:solidFill>
                <a:latin typeface="UTM Bubble Boom" pitchFamily="2" charset="0"/>
                <a:ea typeface="Bebas Neue"/>
                <a:cs typeface="Bebas Neue"/>
                <a:sym typeface="Bebas Neue"/>
              </a:rPr>
              <a:t> </a:t>
            </a:r>
            <a:r>
              <a:rPr lang="en-US" sz="9600" baseline="0" dirty="0" err="1">
                <a:solidFill>
                  <a:schemeClr val="accent3"/>
                </a:solidFill>
                <a:latin typeface="UTM Bubble Boom" pitchFamily="2" charset="0"/>
                <a:ea typeface="Bebas Neue"/>
                <a:cs typeface="Bebas Neue"/>
                <a:sym typeface="Bebas Neue"/>
              </a:rPr>
              <a:t>tạo</a:t>
            </a:r>
            <a:endParaRPr lang="en-US" sz="2000" dirty="0">
              <a:solidFill>
                <a:schemeClr val="accent3"/>
              </a:solidFill>
              <a:latin typeface="UTM Bubble Boom" pitchFamily="2" charset="0"/>
              <a:ea typeface="Nunito"/>
              <a:cs typeface="Nunito"/>
              <a:sym typeface="Nunito"/>
            </a:endParaRPr>
          </a:p>
        </p:txBody>
      </p:sp>
      <p:sp>
        <p:nvSpPr>
          <p:cNvPr id="49" name="Google Shape;49;p9"/>
          <p:cNvSpPr txBox="1"/>
          <p:nvPr/>
        </p:nvSpPr>
        <p:spPr>
          <a:xfrm>
            <a:off x="11400" y="1328364"/>
            <a:ext cx="9121200" cy="1134300"/>
          </a:xfrm>
          <a:prstGeom prst="rect">
            <a:avLst/>
          </a:prstGeom>
          <a:noFill/>
          <a:ln>
            <a:noFill/>
          </a:ln>
        </p:spPr>
        <p:txBody>
          <a:bodyPr spcFirstLastPara="1" wrap="square" lIns="91425" tIns="91425" rIns="91425" bIns="91425" anchor="t" anchorCtr="0">
            <a:noAutofit/>
          </a:bodyPr>
          <a:lstStyle/>
          <a:p>
            <a:pPr marL="0" lvl="0" indent="0" algn="ctr" rtl="0">
              <a:lnSpc>
                <a:spcPct val="90000"/>
              </a:lnSpc>
              <a:spcBef>
                <a:spcPts val="0"/>
              </a:spcBef>
              <a:spcAft>
                <a:spcPts val="0"/>
              </a:spcAft>
              <a:buNone/>
            </a:pPr>
            <a:r>
              <a:rPr lang="en" sz="9600" dirty="0">
                <a:solidFill>
                  <a:schemeClr val="accent3"/>
                </a:solidFill>
                <a:latin typeface="UTM Bubble Boom" pitchFamily="2" charset="0"/>
                <a:ea typeface="Bebas Neue"/>
                <a:cs typeface="Bebas Neue"/>
                <a:sym typeface="Bebas Neue"/>
              </a:rPr>
              <a:t>Trí</a:t>
            </a:r>
            <a:r>
              <a:rPr lang="en" sz="9600" baseline="0" dirty="0">
                <a:solidFill>
                  <a:schemeClr val="accent3"/>
                </a:solidFill>
                <a:latin typeface="UTM Bubble Boom" pitchFamily="2" charset="0"/>
                <a:ea typeface="Bebas Neue"/>
                <a:cs typeface="Bebas Neue"/>
                <a:sym typeface="Bebas Neue"/>
              </a:rPr>
              <a:t> tuệ nhân tạo</a:t>
            </a:r>
            <a:endParaRPr sz="2000" dirty="0">
              <a:solidFill>
                <a:schemeClr val="accent3"/>
              </a:solidFill>
              <a:latin typeface="UTM Bubble Boom" pitchFamily="2" charset="0"/>
              <a:ea typeface="Nunito"/>
              <a:cs typeface="Nunito"/>
              <a:sym typeface="Nunito"/>
            </a:endParaRPr>
          </a:p>
        </p:txBody>
      </p:sp>
      <p:sp>
        <p:nvSpPr>
          <p:cNvPr id="50" name="Google Shape;50;p9"/>
          <p:cNvSpPr txBox="1">
            <a:spLocks noGrp="1"/>
          </p:cNvSpPr>
          <p:nvPr>
            <p:ph type="title"/>
          </p:nvPr>
        </p:nvSpPr>
        <p:spPr>
          <a:xfrm>
            <a:off x="896000" y="1424283"/>
            <a:ext cx="36759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3900">
                <a:solidFill>
                  <a:schemeClr val="accen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1" name="Google Shape;51;p9"/>
          <p:cNvSpPr txBox="1">
            <a:spLocks noGrp="1"/>
          </p:cNvSpPr>
          <p:nvPr>
            <p:ph type="body" idx="1"/>
          </p:nvPr>
        </p:nvSpPr>
        <p:spPr>
          <a:xfrm>
            <a:off x="896000" y="2179726"/>
            <a:ext cx="3675900" cy="1314300"/>
          </a:xfrm>
          <a:prstGeom prst="rect">
            <a:avLst/>
          </a:prstGeom>
        </p:spPr>
        <p:txBody>
          <a:bodyPr spcFirstLastPara="1" wrap="square" lIns="91425" tIns="91425" rIns="91425" bIns="91425" anchor="t" anchorCtr="0">
            <a:noAutofit/>
          </a:bodyPr>
          <a:lstStyle>
            <a:lvl1pPr marL="457200" lvl="0" indent="-317500" algn="ctr" rtl="0">
              <a:lnSpc>
                <a:spcPct val="100000"/>
              </a:lnSpc>
              <a:spcBef>
                <a:spcPts val="0"/>
              </a:spcBef>
              <a:spcAft>
                <a:spcPts val="0"/>
              </a:spcAft>
              <a:buClr>
                <a:srgbClr val="434343"/>
              </a:buClr>
              <a:buSzPts val="1400"/>
              <a:buChar char="●"/>
              <a:defRPr sz="1400">
                <a:solidFill>
                  <a:srgbClr val="434343"/>
                </a:solidFill>
              </a:defRPr>
            </a:lvl1pPr>
            <a:lvl2pPr marL="914400" lvl="1" indent="-317500" rtl="0">
              <a:lnSpc>
                <a:spcPct val="100000"/>
              </a:lnSpc>
              <a:spcBef>
                <a:spcPts val="0"/>
              </a:spcBef>
              <a:spcAft>
                <a:spcPts val="0"/>
              </a:spcAft>
              <a:buClr>
                <a:srgbClr val="434343"/>
              </a:buClr>
              <a:buSzPts val="1400"/>
              <a:buChar char="○"/>
              <a:defRPr>
                <a:solidFill>
                  <a:srgbClr val="434343"/>
                </a:solidFill>
              </a:defRPr>
            </a:lvl2pPr>
            <a:lvl3pPr marL="1371600" lvl="2" indent="-317500" rtl="0">
              <a:lnSpc>
                <a:spcPct val="100000"/>
              </a:lnSpc>
              <a:spcBef>
                <a:spcPts val="0"/>
              </a:spcBef>
              <a:spcAft>
                <a:spcPts val="0"/>
              </a:spcAft>
              <a:buClr>
                <a:srgbClr val="434343"/>
              </a:buClr>
              <a:buSzPts val="1400"/>
              <a:buChar char="■"/>
              <a:defRPr>
                <a:solidFill>
                  <a:srgbClr val="434343"/>
                </a:solidFill>
              </a:defRPr>
            </a:lvl3pPr>
            <a:lvl4pPr marL="1828800" lvl="3" indent="-317500" rtl="0">
              <a:lnSpc>
                <a:spcPct val="100000"/>
              </a:lnSpc>
              <a:spcBef>
                <a:spcPts val="0"/>
              </a:spcBef>
              <a:spcAft>
                <a:spcPts val="0"/>
              </a:spcAft>
              <a:buClr>
                <a:srgbClr val="434343"/>
              </a:buClr>
              <a:buSzPts val="1400"/>
              <a:buChar char="●"/>
              <a:defRPr>
                <a:solidFill>
                  <a:srgbClr val="434343"/>
                </a:solidFill>
              </a:defRPr>
            </a:lvl4pPr>
            <a:lvl5pPr marL="2286000" lvl="4" indent="-317500" rtl="0">
              <a:lnSpc>
                <a:spcPct val="100000"/>
              </a:lnSpc>
              <a:spcBef>
                <a:spcPts val="0"/>
              </a:spcBef>
              <a:spcAft>
                <a:spcPts val="0"/>
              </a:spcAft>
              <a:buClr>
                <a:srgbClr val="434343"/>
              </a:buClr>
              <a:buSzPts val="1400"/>
              <a:buChar char="○"/>
              <a:defRPr>
                <a:solidFill>
                  <a:srgbClr val="434343"/>
                </a:solidFill>
              </a:defRPr>
            </a:lvl5pPr>
            <a:lvl6pPr marL="2743200" lvl="5" indent="-317500" rtl="0">
              <a:lnSpc>
                <a:spcPct val="100000"/>
              </a:lnSpc>
              <a:spcBef>
                <a:spcPts val="0"/>
              </a:spcBef>
              <a:spcAft>
                <a:spcPts val="0"/>
              </a:spcAft>
              <a:buClr>
                <a:srgbClr val="434343"/>
              </a:buClr>
              <a:buSzPts val="1400"/>
              <a:buChar char="■"/>
              <a:defRPr>
                <a:solidFill>
                  <a:srgbClr val="434343"/>
                </a:solidFill>
              </a:defRPr>
            </a:lvl6pPr>
            <a:lvl7pPr marL="3200400" lvl="6" indent="-317500" rtl="0">
              <a:lnSpc>
                <a:spcPct val="100000"/>
              </a:lnSpc>
              <a:spcBef>
                <a:spcPts val="0"/>
              </a:spcBef>
              <a:spcAft>
                <a:spcPts val="0"/>
              </a:spcAft>
              <a:buClr>
                <a:srgbClr val="434343"/>
              </a:buClr>
              <a:buSzPts val="1400"/>
              <a:buChar char="●"/>
              <a:defRPr>
                <a:solidFill>
                  <a:srgbClr val="434343"/>
                </a:solidFill>
              </a:defRPr>
            </a:lvl7pPr>
            <a:lvl8pPr marL="3657600" lvl="7" indent="-317500" rtl="0">
              <a:lnSpc>
                <a:spcPct val="100000"/>
              </a:lnSpc>
              <a:spcBef>
                <a:spcPts val="0"/>
              </a:spcBef>
              <a:spcAft>
                <a:spcPts val="0"/>
              </a:spcAft>
              <a:buClr>
                <a:srgbClr val="434343"/>
              </a:buClr>
              <a:buSzPts val="1400"/>
              <a:buChar char="○"/>
              <a:defRPr>
                <a:solidFill>
                  <a:srgbClr val="434343"/>
                </a:solidFill>
              </a:defRPr>
            </a:lvl8pPr>
            <a:lvl9pPr marL="4114800" lvl="8" indent="-317500" rtl="0">
              <a:lnSpc>
                <a:spcPct val="100000"/>
              </a:lnSpc>
              <a:spcBef>
                <a:spcPts val="0"/>
              </a:spcBef>
              <a:spcAft>
                <a:spcPts val="0"/>
              </a:spcAft>
              <a:buClr>
                <a:srgbClr val="434343"/>
              </a:buClr>
              <a:buSzPts val="1400"/>
              <a:buChar char="■"/>
              <a:defRPr>
                <a:solidFill>
                  <a:srgbClr val="434343"/>
                </a:solidFil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6"/>
        </a:solidFill>
        <a:effectLst/>
      </p:bgPr>
    </p:bg>
    <p:spTree>
      <p:nvGrpSpPr>
        <p:cNvPr id="1" name="Shape 71"/>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BLANK_1">
    <p:bg>
      <p:bgPr>
        <a:solidFill>
          <a:schemeClr val="dk1"/>
        </a:solidFill>
        <a:effectLst/>
      </p:bgPr>
    </p:bg>
    <p:spTree>
      <p:nvGrpSpPr>
        <p:cNvPr id="1" name="Shape 72"/>
        <p:cNvGrpSpPr/>
        <p:nvPr/>
      </p:nvGrpSpPr>
      <p:grpSpPr>
        <a:xfrm>
          <a:off x="0" y="0"/>
          <a:ext cx="0" cy="0"/>
          <a:chOff x="0" y="0"/>
          <a:chExt cx="0" cy="0"/>
        </a:xfrm>
      </p:grpSpPr>
      <p:sp>
        <p:nvSpPr>
          <p:cNvPr id="73" name="Google Shape;73;p13"/>
          <p:cNvSpPr txBox="1"/>
          <p:nvPr/>
        </p:nvSpPr>
        <p:spPr>
          <a:xfrm>
            <a:off x="11400" y="4030092"/>
            <a:ext cx="9121200" cy="1134300"/>
          </a:xfrm>
          <a:prstGeom prst="rect">
            <a:avLst/>
          </a:prstGeom>
          <a:noFill/>
          <a:ln>
            <a:noFill/>
          </a:ln>
        </p:spPr>
        <p:txBody>
          <a:bodyPr spcFirstLastPara="1" wrap="square" lIns="91425" tIns="91425" rIns="91425" bIns="91425" anchor="t" anchorCtr="0">
            <a:noAutofit/>
          </a:bodyPr>
          <a:lstStyle/>
          <a:p>
            <a:pPr marL="0" lvl="0" indent="0" algn="ctr" rtl="0">
              <a:lnSpc>
                <a:spcPct val="90000"/>
              </a:lnSpc>
              <a:spcBef>
                <a:spcPts val="0"/>
              </a:spcBef>
              <a:spcAft>
                <a:spcPts val="0"/>
              </a:spcAft>
              <a:buNone/>
            </a:pPr>
            <a:r>
              <a:rPr lang="en" sz="9600" dirty="0">
                <a:solidFill>
                  <a:schemeClr val="accent3"/>
                </a:solidFill>
                <a:latin typeface="UTM Bubble Boom" pitchFamily="2" charset="0"/>
                <a:ea typeface="Bebas Neue"/>
                <a:cs typeface="Bebas Neue"/>
                <a:sym typeface="Bebas Neue"/>
              </a:rPr>
              <a:t>Trí</a:t>
            </a:r>
            <a:r>
              <a:rPr lang="en" sz="9600" baseline="0" dirty="0">
                <a:solidFill>
                  <a:schemeClr val="accent3"/>
                </a:solidFill>
                <a:latin typeface="UTM Bubble Boom" pitchFamily="2" charset="0"/>
                <a:ea typeface="Bebas Neue"/>
                <a:cs typeface="Bebas Neue"/>
                <a:sym typeface="Bebas Neue"/>
              </a:rPr>
              <a:t> tuệ nhân tạo</a:t>
            </a:r>
            <a:endParaRPr sz="2000" dirty="0">
              <a:solidFill>
                <a:schemeClr val="accent3"/>
              </a:solidFill>
              <a:latin typeface="UTM Bubble Boom" pitchFamily="2" charset="0"/>
              <a:ea typeface="Nunito"/>
              <a:cs typeface="Nunito"/>
              <a:sym typeface="Nunito"/>
            </a:endParaRPr>
          </a:p>
        </p:txBody>
      </p:sp>
      <p:sp>
        <p:nvSpPr>
          <p:cNvPr id="74" name="Google Shape;74;p13"/>
          <p:cNvSpPr txBox="1">
            <a:spLocks noGrp="1"/>
          </p:cNvSpPr>
          <p:nvPr>
            <p:ph type="title"/>
          </p:nvPr>
        </p:nvSpPr>
        <p:spPr>
          <a:xfrm>
            <a:off x="720000" y="1621208"/>
            <a:ext cx="2336400" cy="7224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500">
                <a:solidFill>
                  <a:schemeClr val="accent2"/>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75" name="Google Shape;75;p13"/>
          <p:cNvSpPr txBox="1">
            <a:spLocks noGrp="1"/>
          </p:cNvSpPr>
          <p:nvPr>
            <p:ph type="title" idx="2" hasCustomPrompt="1"/>
          </p:nvPr>
        </p:nvSpPr>
        <p:spPr>
          <a:xfrm>
            <a:off x="720000" y="1158483"/>
            <a:ext cx="924600" cy="4122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4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6" name="Google Shape;76;p13"/>
          <p:cNvSpPr txBox="1">
            <a:spLocks noGrp="1"/>
          </p:cNvSpPr>
          <p:nvPr>
            <p:ph type="subTitle" idx="1"/>
          </p:nvPr>
        </p:nvSpPr>
        <p:spPr>
          <a:xfrm>
            <a:off x="720000" y="2261249"/>
            <a:ext cx="23364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sz="1400">
                <a:solidFill>
                  <a:schemeClr val="accent2"/>
                </a:solidFill>
              </a:defRPr>
            </a:lvl1pPr>
            <a:lvl2pPr lvl="1" rtl="0">
              <a:lnSpc>
                <a:spcPct val="100000"/>
              </a:lnSpc>
              <a:spcBef>
                <a:spcPts val="0"/>
              </a:spcBef>
              <a:spcAft>
                <a:spcPts val="0"/>
              </a:spcAft>
              <a:buClr>
                <a:schemeClr val="dk1"/>
              </a:buClr>
              <a:buSzPts val="1400"/>
              <a:buNone/>
              <a:defRPr>
                <a:solidFill>
                  <a:schemeClr val="dk1"/>
                </a:solidFill>
              </a:defRPr>
            </a:lvl2pPr>
            <a:lvl3pPr lvl="2" rtl="0">
              <a:lnSpc>
                <a:spcPct val="100000"/>
              </a:lnSpc>
              <a:spcBef>
                <a:spcPts val="0"/>
              </a:spcBef>
              <a:spcAft>
                <a:spcPts val="0"/>
              </a:spcAft>
              <a:buClr>
                <a:schemeClr val="dk1"/>
              </a:buClr>
              <a:buSzPts val="1400"/>
              <a:buNone/>
              <a:defRPr>
                <a:solidFill>
                  <a:schemeClr val="dk1"/>
                </a:solidFill>
              </a:defRPr>
            </a:lvl3pPr>
            <a:lvl4pPr lvl="3" rtl="0">
              <a:lnSpc>
                <a:spcPct val="100000"/>
              </a:lnSpc>
              <a:spcBef>
                <a:spcPts val="0"/>
              </a:spcBef>
              <a:spcAft>
                <a:spcPts val="0"/>
              </a:spcAft>
              <a:buClr>
                <a:schemeClr val="dk1"/>
              </a:buClr>
              <a:buSzPts val="1400"/>
              <a:buNone/>
              <a:defRPr>
                <a:solidFill>
                  <a:schemeClr val="dk1"/>
                </a:solidFill>
              </a:defRPr>
            </a:lvl4pPr>
            <a:lvl5pPr lvl="4" rtl="0">
              <a:lnSpc>
                <a:spcPct val="100000"/>
              </a:lnSpc>
              <a:spcBef>
                <a:spcPts val="0"/>
              </a:spcBef>
              <a:spcAft>
                <a:spcPts val="0"/>
              </a:spcAft>
              <a:buClr>
                <a:schemeClr val="dk1"/>
              </a:buClr>
              <a:buSzPts val="1400"/>
              <a:buNone/>
              <a:defRPr>
                <a:solidFill>
                  <a:schemeClr val="dk1"/>
                </a:solidFill>
              </a:defRPr>
            </a:lvl5pPr>
            <a:lvl6pPr lvl="5" rtl="0">
              <a:lnSpc>
                <a:spcPct val="100000"/>
              </a:lnSpc>
              <a:spcBef>
                <a:spcPts val="0"/>
              </a:spcBef>
              <a:spcAft>
                <a:spcPts val="0"/>
              </a:spcAft>
              <a:buClr>
                <a:schemeClr val="dk1"/>
              </a:buClr>
              <a:buSzPts val="1400"/>
              <a:buNone/>
              <a:defRPr>
                <a:solidFill>
                  <a:schemeClr val="dk1"/>
                </a:solidFill>
              </a:defRPr>
            </a:lvl6pPr>
            <a:lvl7pPr lvl="6" rtl="0">
              <a:lnSpc>
                <a:spcPct val="100000"/>
              </a:lnSpc>
              <a:spcBef>
                <a:spcPts val="0"/>
              </a:spcBef>
              <a:spcAft>
                <a:spcPts val="0"/>
              </a:spcAft>
              <a:buClr>
                <a:schemeClr val="dk1"/>
              </a:buClr>
              <a:buSzPts val="1400"/>
              <a:buNone/>
              <a:defRPr>
                <a:solidFill>
                  <a:schemeClr val="dk1"/>
                </a:solidFill>
              </a:defRPr>
            </a:lvl7pPr>
            <a:lvl8pPr lvl="7" rtl="0">
              <a:lnSpc>
                <a:spcPct val="100000"/>
              </a:lnSpc>
              <a:spcBef>
                <a:spcPts val="0"/>
              </a:spcBef>
              <a:spcAft>
                <a:spcPts val="0"/>
              </a:spcAft>
              <a:buClr>
                <a:schemeClr val="dk1"/>
              </a:buClr>
              <a:buSzPts val="1400"/>
              <a:buNone/>
              <a:defRPr>
                <a:solidFill>
                  <a:schemeClr val="dk1"/>
                </a:solidFill>
              </a:defRPr>
            </a:lvl8pPr>
            <a:lvl9pPr lvl="8" rtl="0">
              <a:lnSpc>
                <a:spcPct val="100000"/>
              </a:lnSpc>
              <a:spcBef>
                <a:spcPts val="0"/>
              </a:spcBef>
              <a:spcAft>
                <a:spcPts val="0"/>
              </a:spcAft>
              <a:buClr>
                <a:schemeClr val="dk1"/>
              </a:buClr>
              <a:buSzPts val="1400"/>
              <a:buNone/>
              <a:defRPr>
                <a:solidFill>
                  <a:schemeClr val="dk1"/>
                </a:solidFill>
              </a:defRPr>
            </a:lvl9pPr>
          </a:lstStyle>
          <a:p>
            <a:endParaRPr/>
          </a:p>
        </p:txBody>
      </p:sp>
      <p:sp>
        <p:nvSpPr>
          <p:cNvPr id="77" name="Google Shape;77;p13"/>
          <p:cNvSpPr txBox="1">
            <a:spLocks noGrp="1"/>
          </p:cNvSpPr>
          <p:nvPr>
            <p:ph type="title" idx="3"/>
          </p:nvPr>
        </p:nvSpPr>
        <p:spPr>
          <a:xfrm>
            <a:off x="3403800" y="1621216"/>
            <a:ext cx="2336400" cy="7248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500">
                <a:solidFill>
                  <a:schemeClr val="accent2"/>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78" name="Google Shape;78;p13"/>
          <p:cNvSpPr txBox="1">
            <a:spLocks noGrp="1"/>
          </p:cNvSpPr>
          <p:nvPr>
            <p:ph type="title" idx="4" hasCustomPrompt="1"/>
          </p:nvPr>
        </p:nvSpPr>
        <p:spPr>
          <a:xfrm>
            <a:off x="3403800" y="1158483"/>
            <a:ext cx="923400" cy="4122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4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9" name="Google Shape;79;p13"/>
          <p:cNvSpPr txBox="1">
            <a:spLocks noGrp="1"/>
          </p:cNvSpPr>
          <p:nvPr>
            <p:ph type="subTitle" idx="5"/>
          </p:nvPr>
        </p:nvSpPr>
        <p:spPr>
          <a:xfrm>
            <a:off x="3403800" y="2261249"/>
            <a:ext cx="23364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sz="1400">
                <a:solidFill>
                  <a:schemeClr val="accent2"/>
                </a:solidFill>
              </a:defRPr>
            </a:lvl1pPr>
            <a:lvl2pPr lvl="1" rtl="0">
              <a:lnSpc>
                <a:spcPct val="100000"/>
              </a:lnSpc>
              <a:spcBef>
                <a:spcPts val="0"/>
              </a:spcBef>
              <a:spcAft>
                <a:spcPts val="0"/>
              </a:spcAft>
              <a:buClr>
                <a:schemeClr val="dk1"/>
              </a:buClr>
              <a:buSzPts val="1400"/>
              <a:buNone/>
              <a:defRPr>
                <a:solidFill>
                  <a:schemeClr val="dk1"/>
                </a:solidFill>
              </a:defRPr>
            </a:lvl2pPr>
            <a:lvl3pPr lvl="2" rtl="0">
              <a:lnSpc>
                <a:spcPct val="100000"/>
              </a:lnSpc>
              <a:spcBef>
                <a:spcPts val="0"/>
              </a:spcBef>
              <a:spcAft>
                <a:spcPts val="0"/>
              </a:spcAft>
              <a:buClr>
                <a:schemeClr val="dk1"/>
              </a:buClr>
              <a:buSzPts val="1400"/>
              <a:buNone/>
              <a:defRPr>
                <a:solidFill>
                  <a:schemeClr val="dk1"/>
                </a:solidFill>
              </a:defRPr>
            </a:lvl3pPr>
            <a:lvl4pPr lvl="3" rtl="0">
              <a:lnSpc>
                <a:spcPct val="100000"/>
              </a:lnSpc>
              <a:spcBef>
                <a:spcPts val="0"/>
              </a:spcBef>
              <a:spcAft>
                <a:spcPts val="0"/>
              </a:spcAft>
              <a:buClr>
                <a:schemeClr val="dk1"/>
              </a:buClr>
              <a:buSzPts val="1400"/>
              <a:buNone/>
              <a:defRPr>
                <a:solidFill>
                  <a:schemeClr val="dk1"/>
                </a:solidFill>
              </a:defRPr>
            </a:lvl4pPr>
            <a:lvl5pPr lvl="4" rtl="0">
              <a:lnSpc>
                <a:spcPct val="100000"/>
              </a:lnSpc>
              <a:spcBef>
                <a:spcPts val="0"/>
              </a:spcBef>
              <a:spcAft>
                <a:spcPts val="0"/>
              </a:spcAft>
              <a:buClr>
                <a:schemeClr val="dk1"/>
              </a:buClr>
              <a:buSzPts val="1400"/>
              <a:buNone/>
              <a:defRPr>
                <a:solidFill>
                  <a:schemeClr val="dk1"/>
                </a:solidFill>
              </a:defRPr>
            </a:lvl5pPr>
            <a:lvl6pPr lvl="5" rtl="0">
              <a:lnSpc>
                <a:spcPct val="100000"/>
              </a:lnSpc>
              <a:spcBef>
                <a:spcPts val="0"/>
              </a:spcBef>
              <a:spcAft>
                <a:spcPts val="0"/>
              </a:spcAft>
              <a:buClr>
                <a:schemeClr val="dk1"/>
              </a:buClr>
              <a:buSzPts val="1400"/>
              <a:buNone/>
              <a:defRPr>
                <a:solidFill>
                  <a:schemeClr val="dk1"/>
                </a:solidFill>
              </a:defRPr>
            </a:lvl6pPr>
            <a:lvl7pPr lvl="6" rtl="0">
              <a:lnSpc>
                <a:spcPct val="100000"/>
              </a:lnSpc>
              <a:spcBef>
                <a:spcPts val="0"/>
              </a:spcBef>
              <a:spcAft>
                <a:spcPts val="0"/>
              </a:spcAft>
              <a:buClr>
                <a:schemeClr val="dk1"/>
              </a:buClr>
              <a:buSzPts val="1400"/>
              <a:buNone/>
              <a:defRPr>
                <a:solidFill>
                  <a:schemeClr val="dk1"/>
                </a:solidFill>
              </a:defRPr>
            </a:lvl7pPr>
            <a:lvl8pPr lvl="7" rtl="0">
              <a:lnSpc>
                <a:spcPct val="100000"/>
              </a:lnSpc>
              <a:spcBef>
                <a:spcPts val="0"/>
              </a:spcBef>
              <a:spcAft>
                <a:spcPts val="0"/>
              </a:spcAft>
              <a:buClr>
                <a:schemeClr val="dk1"/>
              </a:buClr>
              <a:buSzPts val="1400"/>
              <a:buNone/>
              <a:defRPr>
                <a:solidFill>
                  <a:schemeClr val="dk1"/>
                </a:solidFill>
              </a:defRPr>
            </a:lvl8pPr>
            <a:lvl9pPr lvl="8" rtl="0">
              <a:lnSpc>
                <a:spcPct val="100000"/>
              </a:lnSpc>
              <a:spcBef>
                <a:spcPts val="0"/>
              </a:spcBef>
              <a:spcAft>
                <a:spcPts val="0"/>
              </a:spcAft>
              <a:buClr>
                <a:schemeClr val="dk1"/>
              </a:buClr>
              <a:buSzPts val="1400"/>
              <a:buNone/>
              <a:defRPr>
                <a:solidFill>
                  <a:schemeClr val="dk1"/>
                </a:solidFill>
              </a:defRPr>
            </a:lvl9pPr>
          </a:lstStyle>
          <a:p>
            <a:endParaRPr/>
          </a:p>
        </p:txBody>
      </p:sp>
      <p:sp>
        <p:nvSpPr>
          <p:cNvPr id="80" name="Google Shape;80;p13"/>
          <p:cNvSpPr txBox="1">
            <a:spLocks noGrp="1"/>
          </p:cNvSpPr>
          <p:nvPr>
            <p:ph type="title" idx="6"/>
          </p:nvPr>
        </p:nvSpPr>
        <p:spPr>
          <a:xfrm>
            <a:off x="6087600" y="1621208"/>
            <a:ext cx="2336400" cy="7224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500">
                <a:solidFill>
                  <a:schemeClr val="accent2"/>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81" name="Google Shape;81;p13"/>
          <p:cNvSpPr txBox="1">
            <a:spLocks noGrp="1"/>
          </p:cNvSpPr>
          <p:nvPr>
            <p:ph type="title" idx="7" hasCustomPrompt="1"/>
          </p:nvPr>
        </p:nvSpPr>
        <p:spPr>
          <a:xfrm>
            <a:off x="6087600" y="1158483"/>
            <a:ext cx="923400" cy="4122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4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2" name="Google Shape;82;p13"/>
          <p:cNvSpPr txBox="1">
            <a:spLocks noGrp="1"/>
          </p:cNvSpPr>
          <p:nvPr>
            <p:ph type="subTitle" idx="8"/>
          </p:nvPr>
        </p:nvSpPr>
        <p:spPr>
          <a:xfrm>
            <a:off x="6087600" y="2261249"/>
            <a:ext cx="23364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sz="1400">
                <a:solidFill>
                  <a:schemeClr val="accent2"/>
                </a:solidFill>
              </a:defRPr>
            </a:lvl1pPr>
            <a:lvl2pPr lvl="1" rtl="0">
              <a:lnSpc>
                <a:spcPct val="100000"/>
              </a:lnSpc>
              <a:spcBef>
                <a:spcPts val="0"/>
              </a:spcBef>
              <a:spcAft>
                <a:spcPts val="0"/>
              </a:spcAft>
              <a:buClr>
                <a:schemeClr val="dk1"/>
              </a:buClr>
              <a:buSzPts val="1400"/>
              <a:buNone/>
              <a:defRPr>
                <a:solidFill>
                  <a:schemeClr val="dk1"/>
                </a:solidFill>
              </a:defRPr>
            </a:lvl2pPr>
            <a:lvl3pPr lvl="2" rtl="0">
              <a:lnSpc>
                <a:spcPct val="100000"/>
              </a:lnSpc>
              <a:spcBef>
                <a:spcPts val="0"/>
              </a:spcBef>
              <a:spcAft>
                <a:spcPts val="0"/>
              </a:spcAft>
              <a:buClr>
                <a:schemeClr val="dk1"/>
              </a:buClr>
              <a:buSzPts val="1400"/>
              <a:buNone/>
              <a:defRPr>
                <a:solidFill>
                  <a:schemeClr val="dk1"/>
                </a:solidFill>
              </a:defRPr>
            </a:lvl3pPr>
            <a:lvl4pPr lvl="3" rtl="0">
              <a:lnSpc>
                <a:spcPct val="100000"/>
              </a:lnSpc>
              <a:spcBef>
                <a:spcPts val="0"/>
              </a:spcBef>
              <a:spcAft>
                <a:spcPts val="0"/>
              </a:spcAft>
              <a:buClr>
                <a:schemeClr val="dk1"/>
              </a:buClr>
              <a:buSzPts val="1400"/>
              <a:buNone/>
              <a:defRPr>
                <a:solidFill>
                  <a:schemeClr val="dk1"/>
                </a:solidFill>
              </a:defRPr>
            </a:lvl4pPr>
            <a:lvl5pPr lvl="4" rtl="0">
              <a:lnSpc>
                <a:spcPct val="100000"/>
              </a:lnSpc>
              <a:spcBef>
                <a:spcPts val="0"/>
              </a:spcBef>
              <a:spcAft>
                <a:spcPts val="0"/>
              </a:spcAft>
              <a:buClr>
                <a:schemeClr val="dk1"/>
              </a:buClr>
              <a:buSzPts val="1400"/>
              <a:buNone/>
              <a:defRPr>
                <a:solidFill>
                  <a:schemeClr val="dk1"/>
                </a:solidFill>
              </a:defRPr>
            </a:lvl5pPr>
            <a:lvl6pPr lvl="5" rtl="0">
              <a:lnSpc>
                <a:spcPct val="100000"/>
              </a:lnSpc>
              <a:spcBef>
                <a:spcPts val="0"/>
              </a:spcBef>
              <a:spcAft>
                <a:spcPts val="0"/>
              </a:spcAft>
              <a:buClr>
                <a:schemeClr val="dk1"/>
              </a:buClr>
              <a:buSzPts val="1400"/>
              <a:buNone/>
              <a:defRPr>
                <a:solidFill>
                  <a:schemeClr val="dk1"/>
                </a:solidFill>
              </a:defRPr>
            </a:lvl6pPr>
            <a:lvl7pPr lvl="6" rtl="0">
              <a:lnSpc>
                <a:spcPct val="100000"/>
              </a:lnSpc>
              <a:spcBef>
                <a:spcPts val="0"/>
              </a:spcBef>
              <a:spcAft>
                <a:spcPts val="0"/>
              </a:spcAft>
              <a:buClr>
                <a:schemeClr val="dk1"/>
              </a:buClr>
              <a:buSzPts val="1400"/>
              <a:buNone/>
              <a:defRPr>
                <a:solidFill>
                  <a:schemeClr val="dk1"/>
                </a:solidFill>
              </a:defRPr>
            </a:lvl7pPr>
            <a:lvl8pPr lvl="7" rtl="0">
              <a:lnSpc>
                <a:spcPct val="100000"/>
              </a:lnSpc>
              <a:spcBef>
                <a:spcPts val="0"/>
              </a:spcBef>
              <a:spcAft>
                <a:spcPts val="0"/>
              </a:spcAft>
              <a:buClr>
                <a:schemeClr val="dk1"/>
              </a:buClr>
              <a:buSzPts val="1400"/>
              <a:buNone/>
              <a:defRPr>
                <a:solidFill>
                  <a:schemeClr val="dk1"/>
                </a:solidFill>
              </a:defRPr>
            </a:lvl8pPr>
            <a:lvl9pPr lvl="8" rtl="0">
              <a:lnSpc>
                <a:spcPct val="100000"/>
              </a:lnSpc>
              <a:spcBef>
                <a:spcPts val="0"/>
              </a:spcBef>
              <a:spcAft>
                <a:spcPts val="0"/>
              </a:spcAft>
              <a:buClr>
                <a:schemeClr val="dk1"/>
              </a:buClr>
              <a:buSzPts val="1400"/>
              <a:buNone/>
              <a:defRPr>
                <a:solidFill>
                  <a:schemeClr val="dk1"/>
                </a:solidFill>
              </a:defRPr>
            </a:lvl9pPr>
          </a:lstStyle>
          <a:p>
            <a:endParaRPr/>
          </a:p>
        </p:txBody>
      </p:sp>
      <p:sp>
        <p:nvSpPr>
          <p:cNvPr id="83" name="Google Shape;83;p13"/>
          <p:cNvSpPr txBox="1">
            <a:spLocks noGrp="1"/>
          </p:cNvSpPr>
          <p:nvPr>
            <p:ph type="title" idx="9"/>
          </p:nvPr>
        </p:nvSpPr>
        <p:spPr>
          <a:xfrm>
            <a:off x="720000" y="3475466"/>
            <a:ext cx="2336400" cy="7224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5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84" name="Google Shape;84;p13"/>
          <p:cNvSpPr txBox="1">
            <a:spLocks noGrp="1"/>
          </p:cNvSpPr>
          <p:nvPr>
            <p:ph type="title" idx="13" hasCustomPrompt="1"/>
          </p:nvPr>
        </p:nvSpPr>
        <p:spPr>
          <a:xfrm>
            <a:off x="720000" y="3012741"/>
            <a:ext cx="923400" cy="4116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4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5" name="Google Shape;85;p13"/>
          <p:cNvSpPr txBox="1">
            <a:spLocks noGrp="1"/>
          </p:cNvSpPr>
          <p:nvPr>
            <p:ph type="subTitle" idx="14"/>
          </p:nvPr>
        </p:nvSpPr>
        <p:spPr>
          <a:xfrm>
            <a:off x="720000" y="4115508"/>
            <a:ext cx="23364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sz="1400">
                <a:solidFill>
                  <a:schemeClr val="accent2"/>
                </a:solidFill>
              </a:defRPr>
            </a:lvl1pPr>
            <a:lvl2pPr lvl="1" rtl="0">
              <a:lnSpc>
                <a:spcPct val="100000"/>
              </a:lnSpc>
              <a:spcBef>
                <a:spcPts val="0"/>
              </a:spcBef>
              <a:spcAft>
                <a:spcPts val="0"/>
              </a:spcAft>
              <a:buClr>
                <a:schemeClr val="dk1"/>
              </a:buClr>
              <a:buSzPts val="1400"/>
              <a:buNone/>
              <a:defRPr>
                <a:solidFill>
                  <a:schemeClr val="dk1"/>
                </a:solidFill>
              </a:defRPr>
            </a:lvl2pPr>
            <a:lvl3pPr lvl="2" rtl="0">
              <a:lnSpc>
                <a:spcPct val="100000"/>
              </a:lnSpc>
              <a:spcBef>
                <a:spcPts val="0"/>
              </a:spcBef>
              <a:spcAft>
                <a:spcPts val="0"/>
              </a:spcAft>
              <a:buClr>
                <a:schemeClr val="dk1"/>
              </a:buClr>
              <a:buSzPts val="1400"/>
              <a:buNone/>
              <a:defRPr>
                <a:solidFill>
                  <a:schemeClr val="dk1"/>
                </a:solidFill>
              </a:defRPr>
            </a:lvl3pPr>
            <a:lvl4pPr lvl="3" rtl="0">
              <a:lnSpc>
                <a:spcPct val="100000"/>
              </a:lnSpc>
              <a:spcBef>
                <a:spcPts val="0"/>
              </a:spcBef>
              <a:spcAft>
                <a:spcPts val="0"/>
              </a:spcAft>
              <a:buClr>
                <a:schemeClr val="dk1"/>
              </a:buClr>
              <a:buSzPts val="1400"/>
              <a:buNone/>
              <a:defRPr>
                <a:solidFill>
                  <a:schemeClr val="dk1"/>
                </a:solidFill>
              </a:defRPr>
            </a:lvl4pPr>
            <a:lvl5pPr lvl="4" rtl="0">
              <a:lnSpc>
                <a:spcPct val="100000"/>
              </a:lnSpc>
              <a:spcBef>
                <a:spcPts val="0"/>
              </a:spcBef>
              <a:spcAft>
                <a:spcPts val="0"/>
              </a:spcAft>
              <a:buClr>
                <a:schemeClr val="dk1"/>
              </a:buClr>
              <a:buSzPts val="1400"/>
              <a:buNone/>
              <a:defRPr>
                <a:solidFill>
                  <a:schemeClr val="dk1"/>
                </a:solidFill>
              </a:defRPr>
            </a:lvl5pPr>
            <a:lvl6pPr lvl="5" rtl="0">
              <a:lnSpc>
                <a:spcPct val="100000"/>
              </a:lnSpc>
              <a:spcBef>
                <a:spcPts val="0"/>
              </a:spcBef>
              <a:spcAft>
                <a:spcPts val="0"/>
              </a:spcAft>
              <a:buClr>
                <a:schemeClr val="dk1"/>
              </a:buClr>
              <a:buSzPts val="1400"/>
              <a:buNone/>
              <a:defRPr>
                <a:solidFill>
                  <a:schemeClr val="dk1"/>
                </a:solidFill>
              </a:defRPr>
            </a:lvl6pPr>
            <a:lvl7pPr lvl="6" rtl="0">
              <a:lnSpc>
                <a:spcPct val="100000"/>
              </a:lnSpc>
              <a:spcBef>
                <a:spcPts val="0"/>
              </a:spcBef>
              <a:spcAft>
                <a:spcPts val="0"/>
              </a:spcAft>
              <a:buClr>
                <a:schemeClr val="dk1"/>
              </a:buClr>
              <a:buSzPts val="1400"/>
              <a:buNone/>
              <a:defRPr>
                <a:solidFill>
                  <a:schemeClr val="dk1"/>
                </a:solidFill>
              </a:defRPr>
            </a:lvl7pPr>
            <a:lvl8pPr lvl="7" rtl="0">
              <a:lnSpc>
                <a:spcPct val="100000"/>
              </a:lnSpc>
              <a:spcBef>
                <a:spcPts val="0"/>
              </a:spcBef>
              <a:spcAft>
                <a:spcPts val="0"/>
              </a:spcAft>
              <a:buClr>
                <a:schemeClr val="dk1"/>
              </a:buClr>
              <a:buSzPts val="1400"/>
              <a:buNone/>
              <a:defRPr>
                <a:solidFill>
                  <a:schemeClr val="dk1"/>
                </a:solidFill>
              </a:defRPr>
            </a:lvl8pPr>
            <a:lvl9pPr lvl="8" rtl="0">
              <a:lnSpc>
                <a:spcPct val="100000"/>
              </a:lnSpc>
              <a:spcBef>
                <a:spcPts val="0"/>
              </a:spcBef>
              <a:spcAft>
                <a:spcPts val="0"/>
              </a:spcAft>
              <a:buClr>
                <a:schemeClr val="dk1"/>
              </a:buClr>
              <a:buSzPts val="1400"/>
              <a:buNone/>
              <a:defRPr>
                <a:solidFill>
                  <a:schemeClr val="dk1"/>
                </a:solidFill>
              </a:defRPr>
            </a:lvl9pPr>
          </a:lstStyle>
          <a:p>
            <a:endParaRPr/>
          </a:p>
        </p:txBody>
      </p:sp>
      <p:sp>
        <p:nvSpPr>
          <p:cNvPr id="86" name="Google Shape;86;p13"/>
          <p:cNvSpPr txBox="1">
            <a:spLocks noGrp="1"/>
          </p:cNvSpPr>
          <p:nvPr>
            <p:ph type="title" idx="15"/>
          </p:nvPr>
        </p:nvSpPr>
        <p:spPr>
          <a:xfrm>
            <a:off x="3403800" y="3475466"/>
            <a:ext cx="2336400" cy="7224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5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87" name="Google Shape;87;p13"/>
          <p:cNvSpPr txBox="1">
            <a:spLocks noGrp="1"/>
          </p:cNvSpPr>
          <p:nvPr>
            <p:ph type="title" idx="16" hasCustomPrompt="1"/>
          </p:nvPr>
        </p:nvSpPr>
        <p:spPr>
          <a:xfrm>
            <a:off x="3403800" y="3012741"/>
            <a:ext cx="923400" cy="4116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4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8" name="Google Shape;88;p13"/>
          <p:cNvSpPr txBox="1">
            <a:spLocks noGrp="1"/>
          </p:cNvSpPr>
          <p:nvPr>
            <p:ph type="subTitle" idx="17"/>
          </p:nvPr>
        </p:nvSpPr>
        <p:spPr>
          <a:xfrm>
            <a:off x="3403800" y="4115508"/>
            <a:ext cx="23364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sz="1400">
                <a:solidFill>
                  <a:schemeClr val="accent2"/>
                </a:solidFill>
              </a:defRPr>
            </a:lvl1pPr>
            <a:lvl2pPr lvl="1" rtl="0">
              <a:lnSpc>
                <a:spcPct val="100000"/>
              </a:lnSpc>
              <a:spcBef>
                <a:spcPts val="0"/>
              </a:spcBef>
              <a:spcAft>
                <a:spcPts val="0"/>
              </a:spcAft>
              <a:buClr>
                <a:schemeClr val="dk1"/>
              </a:buClr>
              <a:buSzPts val="1400"/>
              <a:buNone/>
              <a:defRPr>
                <a:solidFill>
                  <a:schemeClr val="dk1"/>
                </a:solidFill>
              </a:defRPr>
            </a:lvl2pPr>
            <a:lvl3pPr lvl="2" rtl="0">
              <a:lnSpc>
                <a:spcPct val="100000"/>
              </a:lnSpc>
              <a:spcBef>
                <a:spcPts val="0"/>
              </a:spcBef>
              <a:spcAft>
                <a:spcPts val="0"/>
              </a:spcAft>
              <a:buClr>
                <a:schemeClr val="dk1"/>
              </a:buClr>
              <a:buSzPts val="1400"/>
              <a:buNone/>
              <a:defRPr>
                <a:solidFill>
                  <a:schemeClr val="dk1"/>
                </a:solidFill>
              </a:defRPr>
            </a:lvl3pPr>
            <a:lvl4pPr lvl="3" rtl="0">
              <a:lnSpc>
                <a:spcPct val="100000"/>
              </a:lnSpc>
              <a:spcBef>
                <a:spcPts val="0"/>
              </a:spcBef>
              <a:spcAft>
                <a:spcPts val="0"/>
              </a:spcAft>
              <a:buClr>
                <a:schemeClr val="dk1"/>
              </a:buClr>
              <a:buSzPts val="1400"/>
              <a:buNone/>
              <a:defRPr>
                <a:solidFill>
                  <a:schemeClr val="dk1"/>
                </a:solidFill>
              </a:defRPr>
            </a:lvl4pPr>
            <a:lvl5pPr lvl="4" rtl="0">
              <a:lnSpc>
                <a:spcPct val="100000"/>
              </a:lnSpc>
              <a:spcBef>
                <a:spcPts val="0"/>
              </a:spcBef>
              <a:spcAft>
                <a:spcPts val="0"/>
              </a:spcAft>
              <a:buClr>
                <a:schemeClr val="dk1"/>
              </a:buClr>
              <a:buSzPts val="1400"/>
              <a:buNone/>
              <a:defRPr>
                <a:solidFill>
                  <a:schemeClr val="dk1"/>
                </a:solidFill>
              </a:defRPr>
            </a:lvl5pPr>
            <a:lvl6pPr lvl="5" rtl="0">
              <a:lnSpc>
                <a:spcPct val="100000"/>
              </a:lnSpc>
              <a:spcBef>
                <a:spcPts val="0"/>
              </a:spcBef>
              <a:spcAft>
                <a:spcPts val="0"/>
              </a:spcAft>
              <a:buClr>
                <a:schemeClr val="dk1"/>
              </a:buClr>
              <a:buSzPts val="1400"/>
              <a:buNone/>
              <a:defRPr>
                <a:solidFill>
                  <a:schemeClr val="dk1"/>
                </a:solidFill>
              </a:defRPr>
            </a:lvl6pPr>
            <a:lvl7pPr lvl="6" rtl="0">
              <a:lnSpc>
                <a:spcPct val="100000"/>
              </a:lnSpc>
              <a:spcBef>
                <a:spcPts val="0"/>
              </a:spcBef>
              <a:spcAft>
                <a:spcPts val="0"/>
              </a:spcAft>
              <a:buClr>
                <a:schemeClr val="dk1"/>
              </a:buClr>
              <a:buSzPts val="1400"/>
              <a:buNone/>
              <a:defRPr>
                <a:solidFill>
                  <a:schemeClr val="dk1"/>
                </a:solidFill>
              </a:defRPr>
            </a:lvl7pPr>
            <a:lvl8pPr lvl="7" rtl="0">
              <a:lnSpc>
                <a:spcPct val="100000"/>
              </a:lnSpc>
              <a:spcBef>
                <a:spcPts val="0"/>
              </a:spcBef>
              <a:spcAft>
                <a:spcPts val="0"/>
              </a:spcAft>
              <a:buClr>
                <a:schemeClr val="dk1"/>
              </a:buClr>
              <a:buSzPts val="1400"/>
              <a:buNone/>
              <a:defRPr>
                <a:solidFill>
                  <a:schemeClr val="dk1"/>
                </a:solidFill>
              </a:defRPr>
            </a:lvl8pPr>
            <a:lvl9pPr lvl="8" rtl="0">
              <a:lnSpc>
                <a:spcPct val="100000"/>
              </a:lnSpc>
              <a:spcBef>
                <a:spcPts val="0"/>
              </a:spcBef>
              <a:spcAft>
                <a:spcPts val="0"/>
              </a:spcAft>
              <a:buClr>
                <a:schemeClr val="dk1"/>
              </a:buClr>
              <a:buSzPts val="1400"/>
              <a:buNone/>
              <a:defRPr>
                <a:solidFill>
                  <a:schemeClr val="dk1"/>
                </a:solidFill>
              </a:defRPr>
            </a:lvl9pPr>
          </a:lstStyle>
          <a:p>
            <a:endParaRPr/>
          </a:p>
        </p:txBody>
      </p:sp>
      <p:sp>
        <p:nvSpPr>
          <p:cNvPr id="89" name="Google Shape;89;p13"/>
          <p:cNvSpPr txBox="1">
            <a:spLocks noGrp="1"/>
          </p:cNvSpPr>
          <p:nvPr>
            <p:ph type="title" idx="18"/>
          </p:nvPr>
        </p:nvSpPr>
        <p:spPr>
          <a:xfrm>
            <a:off x="6087600" y="3475466"/>
            <a:ext cx="2336400" cy="7224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5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90" name="Google Shape;90;p13"/>
          <p:cNvSpPr txBox="1">
            <a:spLocks noGrp="1"/>
          </p:cNvSpPr>
          <p:nvPr>
            <p:ph type="title" idx="19" hasCustomPrompt="1"/>
          </p:nvPr>
        </p:nvSpPr>
        <p:spPr>
          <a:xfrm>
            <a:off x="6087600" y="3012741"/>
            <a:ext cx="923400" cy="4116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4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1" name="Google Shape;91;p13"/>
          <p:cNvSpPr txBox="1">
            <a:spLocks noGrp="1"/>
          </p:cNvSpPr>
          <p:nvPr>
            <p:ph type="subTitle" idx="20"/>
          </p:nvPr>
        </p:nvSpPr>
        <p:spPr>
          <a:xfrm>
            <a:off x="6087600" y="4115508"/>
            <a:ext cx="23364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sz="1400">
                <a:solidFill>
                  <a:schemeClr val="accent2"/>
                </a:solidFill>
              </a:defRPr>
            </a:lvl1pPr>
            <a:lvl2pPr lvl="1" rtl="0">
              <a:lnSpc>
                <a:spcPct val="100000"/>
              </a:lnSpc>
              <a:spcBef>
                <a:spcPts val="0"/>
              </a:spcBef>
              <a:spcAft>
                <a:spcPts val="0"/>
              </a:spcAft>
              <a:buClr>
                <a:schemeClr val="dk1"/>
              </a:buClr>
              <a:buSzPts val="1400"/>
              <a:buNone/>
              <a:defRPr>
                <a:solidFill>
                  <a:schemeClr val="dk1"/>
                </a:solidFill>
              </a:defRPr>
            </a:lvl2pPr>
            <a:lvl3pPr lvl="2" rtl="0">
              <a:lnSpc>
                <a:spcPct val="100000"/>
              </a:lnSpc>
              <a:spcBef>
                <a:spcPts val="0"/>
              </a:spcBef>
              <a:spcAft>
                <a:spcPts val="0"/>
              </a:spcAft>
              <a:buClr>
                <a:schemeClr val="dk1"/>
              </a:buClr>
              <a:buSzPts val="1400"/>
              <a:buNone/>
              <a:defRPr>
                <a:solidFill>
                  <a:schemeClr val="dk1"/>
                </a:solidFill>
              </a:defRPr>
            </a:lvl3pPr>
            <a:lvl4pPr lvl="3" rtl="0">
              <a:lnSpc>
                <a:spcPct val="100000"/>
              </a:lnSpc>
              <a:spcBef>
                <a:spcPts val="0"/>
              </a:spcBef>
              <a:spcAft>
                <a:spcPts val="0"/>
              </a:spcAft>
              <a:buClr>
                <a:schemeClr val="dk1"/>
              </a:buClr>
              <a:buSzPts val="1400"/>
              <a:buNone/>
              <a:defRPr>
                <a:solidFill>
                  <a:schemeClr val="dk1"/>
                </a:solidFill>
              </a:defRPr>
            </a:lvl4pPr>
            <a:lvl5pPr lvl="4" rtl="0">
              <a:lnSpc>
                <a:spcPct val="100000"/>
              </a:lnSpc>
              <a:spcBef>
                <a:spcPts val="0"/>
              </a:spcBef>
              <a:spcAft>
                <a:spcPts val="0"/>
              </a:spcAft>
              <a:buClr>
                <a:schemeClr val="dk1"/>
              </a:buClr>
              <a:buSzPts val="1400"/>
              <a:buNone/>
              <a:defRPr>
                <a:solidFill>
                  <a:schemeClr val="dk1"/>
                </a:solidFill>
              </a:defRPr>
            </a:lvl5pPr>
            <a:lvl6pPr lvl="5" rtl="0">
              <a:lnSpc>
                <a:spcPct val="100000"/>
              </a:lnSpc>
              <a:spcBef>
                <a:spcPts val="0"/>
              </a:spcBef>
              <a:spcAft>
                <a:spcPts val="0"/>
              </a:spcAft>
              <a:buClr>
                <a:schemeClr val="dk1"/>
              </a:buClr>
              <a:buSzPts val="1400"/>
              <a:buNone/>
              <a:defRPr>
                <a:solidFill>
                  <a:schemeClr val="dk1"/>
                </a:solidFill>
              </a:defRPr>
            </a:lvl6pPr>
            <a:lvl7pPr lvl="6" rtl="0">
              <a:lnSpc>
                <a:spcPct val="100000"/>
              </a:lnSpc>
              <a:spcBef>
                <a:spcPts val="0"/>
              </a:spcBef>
              <a:spcAft>
                <a:spcPts val="0"/>
              </a:spcAft>
              <a:buClr>
                <a:schemeClr val="dk1"/>
              </a:buClr>
              <a:buSzPts val="1400"/>
              <a:buNone/>
              <a:defRPr>
                <a:solidFill>
                  <a:schemeClr val="dk1"/>
                </a:solidFill>
              </a:defRPr>
            </a:lvl7pPr>
            <a:lvl8pPr lvl="7" rtl="0">
              <a:lnSpc>
                <a:spcPct val="100000"/>
              </a:lnSpc>
              <a:spcBef>
                <a:spcPts val="0"/>
              </a:spcBef>
              <a:spcAft>
                <a:spcPts val="0"/>
              </a:spcAft>
              <a:buClr>
                <a:schemeClr val="dk1"/>
              </a:buClr>
              <a:buSzPts val="1400"/>
              <a:buNone/>
              <a:defRPr>
                <a:solidFill>
                  <a:schemeClr val="dk1"/>
                </a:solidFill>
              </a:defRPr>
            </a:lvl8pPr>
            <a:lvl9pPr lvl="8" rtl="0">
              <a:lnSpc>
                <a:spcPct val="100000"/>
              </a:lnSpc>
              <a:spcBef>
                <a:spcPts val="0"/>
              </a:spcBef>
              <a:spcAft>
                <a:spcPts val="0"/>
              </a:spcAft>
              <a:buClr>
                <a:schemeClr val="dk1"/>
              </a:buClr>
              <a:buSzPts val="1400"/>
              <a:buNone/>
              <a:defRPr>
                <a:solidFill>
                  <a:schemeClr val="dk1"/>
                </a:solidFill>
              </a:defRPr>
            </a:lvl9pPr>
          </a:lstStyle>
          <a:p>
            <a:endParaRPr/>
          </a:p>
        </p:txBody>
      </p:sp>
      <p:sp>
        <p:nvSpPr>
          <p:cNvPr id="92" name="Google Shape;92;p13"/>
          <p:cNvSpPr txBox="1">
            <a:spLocks noGrp="1"/>
          </p:cNvSpPr>
          <p:nvPr>
            <p:ph type="title" idx="21"/>
          </p:nvPr>
        </p:nvSpPr>
        <p:spPr>
          <a:xfrm>
            <a:off x="720000" y="445025"/>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3900">
                <a:solidFill>
                  <a:schemeClr val="accen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Quote">
  <p:cSld name="BLANK_1_1">
    <p:bg>
      <p:bgPr>
        <a:solidFill>
          <a:schemeClr val="dk1"/>
        </a:solidFill>
        <a:effectLst/>
      </p:bgPr>
    </p:bg>
    <p:spTree>
      <p:nvGrpSpPr>
        <p:cNvPr id="1" name="Shape 93"/>
        <p:cNvGrpSpPr/>
        <p:nvPr/>
      </p:nvGrpSpPr>
      <p:grpSpPr>
        <a:xfrm>
          <a:off x="0" y="0"/>
          <a:ext cx="0" cy="0"/>
          <a:chOff x="0" y="0"/>
          <a:chExt cx="0" cy="0"/>
        </a:xfrm>
      </p:grpSpPr>
      <p:sp>
        <p:nvSpPr>
          <p:cNvPr id="94" name="Google Shape;94;p14"/>
          <p:cNvSpPr txBox="1"/>
          <p:nvPr/>
        </p:nvSpPr>
        <p:spPr>
          <a:xfrm>
            <a:off x="-64525" y="817500"/>
            <a:ext cx="4709100" cy="35085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None/>
            </a:pPr>
            <a:r>
              <a:rPr lang="en" sz="7900" dirty="0">
                <a:solidFill>
                  <a:schemeClr val="accent3"/>
                </a:solidFill>
                <a:latin typeface="UTM Bubble Boom" pitchFamily="2" charset="0"/>
                <a:ea typeface="Bebas Neue"/>
                <a:cs typeface="Bebas Neue"/>
                <a:sym typeface="Bebas Neue"/>
              </a:rPr>
              <a:t>Trí</a:t>
            </a:r>
            <a:br>
              <a:rPr lang="en" sz="7900" baseline="0" dirty="0">
                <a:solidFill>
                  <a:schemeClr val="accent3"/>
                </a:solidFill>
                <a:latin typeface="UTM Bubble Boom" pitchFamily="2" charset="0"/>
                <a:ea typeface="Bebas Neue"/>
                <a:cs typeface="Bebas Neue"/>
                <a:sym typeface="Bebas Neue"/>
              </a:rPr>
            </a:br>
            <a:r>
              <a:rPr lang="en" sz="7900" baseline="0" dirty="0">
                <a:solidFill>
                  <a:schemeClr val="accent3"/>
                </a:solidFill>
                <a:latin typeface="UTM Bubble Boom" pitchFamily="2" charset="0"/>
                <a:ea typeface="Bebas Neue"/>
                <a:cs typeface="Bebas Neue"/>
                <a:sym typeface="Bebas Neue"/>
              </a:rPr>
              <a:t>Tuệ</a:t>
            </a:r>
            <a:br>
              <a:rPr lang="en" sz="7900" baseline="0" dirty="0">
                <a:solidFill>
                  <a:schemeClr val="accent3"/>
                </a:solidFill>
                <a:latin typeface="UTM Bubble Boom" pitchFamily="2" charset="0"/>
                <a:ea typeface="Bebas Neue"/>
                <a:cs typeface="Bebas Neue"/>
                <a:sym typeface="Bebas Neue"/>
              </a:rPr>
            </a:br>
            <a:r>
              <a:rPr lang="en" sz="7900" baseline="0" dirty="0">
                <a:solidFill>
                  <a:schemeClr val="accent3"/>
                </a:solidFill>
                <a:latin typeface="UTM Bubble Boom" pitchFamily="2" charset="0"/>
                <a:ea typeface="Bebas Neue"/>
                <a:cs typeface="Bebas Neue"/>
                <a:sym typeface="Bebas Neue"/>
              </a:rPr>
              <a:t>Nhân</a:t>
            </a:r>
            <a:br>
              <a:rPr lang="en" sz="7900" baseline="0" dirty="0">
                <a:solidFill>
                  <a:schemeClr val="accent3"/>
                </a:solidFill>
                <a:latin typeface="UTM Bubble Boom" pitchFamily="2" charset="0"/>
                <a:ea typeface="Bebas Neue"/>
                <a:cs typeface="Bebas Neue"/>
                <a:sym typeface="Bebas Neue"/>
              </a:rPr>
            </a:br>
            <a:r>
              <a:rPr lang="en" sz="7900" baseline="0" dirty="0">
                <a:solidFill>
                  <a:schemeClr val="accent3"/>
                </a:solidFill>
                <a:latin typeface="UTM Bubble Boom" pitchFamily="2" charset="0"/>
                <a:ea typeface="Bebas Neue"/>
                <a:cs typeface="Bebas Neue"/>
                <a:sym typeface="Bebas Neue"/>
              </a:rPr>
              <a:t>Tạo</a:t>
            </a:r>
            <a:endParaRPr dirty="0">
              <a:solidFill>
                <a:schemeClr val="accent3"/>
              </a:solidFill>
              <a:latin typeface="UTM Bubble Boom" pitchFamily="2" charset="0"/>
              <a:ea typeface="Nunito"/>
              <a:cs typeface="Nunito"/>
              <a:sym typeface="Nunito"/>
            </a:endParaRPr>
          </a:p>
        </p:txBody>
      </p:sp>
      <p:sp>
        <p:nvSpPr>
          <p:cNvPr id="95" name="Google Shape;95;p14"/>
          <p:cNvSpPr/>
          <p:nvPr/>
        </p:nvSpPr>
        <p:spPr>
          <a:xfrm>
            <a:off x="715100" y="698850"/>
            <a:ext cx="7713900" cy="3745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4"/>
          <p:cNvSpPr txBox="1">
            <a:spLocks noGrp="1"/>
          </p:cNvSpPr>
          <p:nvPr>
            <p:ph type="title"/>
          </p:nvPr>
        </p:nvSpPr>
        <p:spPr>
          <a:xfrm>
            <a:off x="2290025" y="3240300"/>
            <a:ext cx="4563900" cy="531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97" name="Google Shape;97;p14"/>
          <p:cNvSpPr txBox="1">
            <a:spLocks noGrp="1"/>
          </p:cNvSpPr>
          <p:nvPr>
            <p:ph type="subTitle" idx="1"/>
          </p:nvPr>
        </p:nvSpPr>
        <p:spPr>
          <a:xfrm>
            <a:off x="1458125" y="1416700"/>
            <a:ext cx="6227700" cy="1740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500"/>
              <a:buNone/>
              <a:defRPr sz="2500">
                <a:solidFill>
                  <a:schemeClr val="accent2"/>
                </a:solidFill>
              </a:defRPr>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header 1">
  <p:cSld name="CUSTOM_3">
    <p:bg>
      <p:bgPr>
        <a:solidFill>
          <a:schemeClr val="accent1"/>
        </a:solidFill>
        <a:effectLst/>
      </p:bgPr>
    </p:bg>
    <p:spTree>
      <p:nvGrpSpPr>
        <p:cNvPr id="1" name="Shape 98"/>
        <p:cNvGrpSpPr/>
        <p:nvPr/>
      </p:nvGrpSpPr>
      <p:grpSpPr>
        <a:xfrm>
          <a:off x="0" y="0"/>
          <a:ext cx="0" cy="0"/>
          <a:chOff x="0" y="0"/>
          <a:chExt cx="0" cy="0"/>
        </a:xfrm>
      </p:grpSpPr>
      <p:sp>
        <p:nvSpPr>
          <p:cNvPr id="99" name="Google Shape;99;p15"/>
          <p:cNvSpPr txBox="1">
            <a:spLocks noGrp="1"/>
          </p:cNvSpPr>
          <p:nvPr>
            <p:ph type="title"/>
          </p:nvPr>
        </p:nvSpPr>
        <p:spPr>
          <a:xfrm>
            <a:off x="1039150" y="2190975"/>
            <a:ext cx="5106000" cy="14658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00" name="Google Shape;100;p15"/>
          <p:cNvSpPr txBox="1">
            <a:spLocks noGrp="1"/>
          </p:cNvSpPr>
          <p:nvPr>
            <p:ph type="title" idx="2" hasCustomPrompt="1"/>
          </p:nvPr>
        </p:nvSpPr>
        <p:spPr>
          <a:xfrm>
            <a:off x="1039142" y="1349167"/>
            <a:ext cx="1882800" cy="8418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6000">
                <a:solidFill>
                  <a:schemeClr val="dk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01" name="Google Shape;101;p15"/>
          <p:cNvSpPr txBox="1">
            <a:spLocks noGrp="1"/>
          </p:cNvSpPr>
          <p:nvPr>
            <p:ph type="subTitle" idx="1"/>
          </p:nvPr>
        </p:nvSpPr>
        <p:spPr>
          <a:xfrm>
            <a:off x="1039150" y="3685050"/>
            <a:ext cx="5106000" cy="713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900">
                <a:solidFill>
                  <a:schemeClr val="accent2"/>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2" name="Google Shape;102;p15"/>
          <p:cNvSpPr txBox="1"/>
          <p:nvPr/>
        </p:nvSpPr>
        <p:spPr>
          <a:xfrm rot="5400000">
            <a:off x="7356145" y="405230"/>
            <a:ext cx="1954060" cy="11436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None/>
            </a:pPr>
            <a:r>
              <a:rPr lang="en" sz="7900" dirty="0">
                <a:solidFill>
                  <a:schemeClr val="lt1"/>
                </a:solidFill>
                <a:latin typeface="UTM Bubble Boom" pitchFamily="2" charset="0"/>
                <a:ea typeface="Bebas Neue"/>
                <a:cs typeface="Bebas Neue"/>
                <a:sym typeface="Bebas Neue"/>
              </a:rPr>
              <a:t>/(AI)</a:t>
            </a:r>
            <a:endParaRPr dirty="0">
              <a:solidFill>
                <a:schemeClr val="lt1"/>
              </a:solidFill>
              <a:latin typeface="UTM Bubble Boom" pitchFamily="2"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2">
  <p:cSld name="CUSTOM_3_1">
    <p:bg>
      <p:bgPr>
        <a:solidFill>
          <a:schemeClr val="accent1"/>
        </a:solidFill>
        <a:effectLst/>
      </p:bgPr>
    </p:bg>
    <p:spTree>
      <p:nvGrpSpPr>
        <p:cNvPr id="1" name="Shape 103"/>
        <p:cNvGrpSpPr/>
        <p:nvPr/>
      </p:nvGrpSpPr>
      <p:grpSpPr>
        <a:xfrm>
          <a:off x="0" y="0"/>
          <a:ext cx="0" cy="0"/>
          <a:chOff x="0" y="0"/>
          <a:chExt cx="0" cy="0"/>
        </a:xfrm>
      </p:grpSpPr>
      <p:sp>
        <p:nvSpPr>
          <p:cNvPr id="104" name="Google Shape;104;p16"/>
          <p:cNvSpPr txBox="1">
            <a:spLocks noGrp="1"/>
          </p:cNvSpPr>
          <p:nvPr>
            <p:ph type="title"/>
          </p:nvPr>
        </p:nvSpPr>
        <p:spPr>
          <a:xfrm>
            <a:off x="2739225" y="2190975"/>
            <a:ext cx="4944900" cy="14658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05" name="Google Shape;105;p16"/>
          <p:cNvSpPr txBox="1">
            <a:spLocks noGrp="1"/>
          </p:cNvSpPr>
          <p:nvPr>
            <p:ph type="title" idx="2" hasCustomPrompt="1"/>
          </p:nvPr>
        </p:nvSpPr>
        <p:spPr>
          <a:xfrm>
            <a:off x="2736775" y="1349167"/>
            <a:ext cx="1882800" cy="8418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6000">
                <a:solidFill>
                  <a:schemeClr val="dk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06" name="Google Shape;106;p16"/>
          <p:cNvSpPr txBox="1">
            <a:spLocks noGrp="1"/>
          </p:cNvSpPr>
          <p:nvPr>
            <p:ph type="subTitle" idx="1"/>
          </p:nvPr>
        </p:nvSpPr>
        <p:spPr>
          <a:xfrm>
            <a:off x="2531017" y="3685058"/>
            <a:ext cx="5350800" cy="713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900">
                <a:solidFill>
                  <a:schemeClr val="accent2"/>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7" name="Google Shape;107;p16"/>
          <p:cNvSpPr txBox="1"/>
          <p:nvPr/>
        </p:nvSpPr>
        <p:spPr>
          <a:xfrm>
            <a:off x="3601658" y="-576585"/>
            <a:ext cx="1956460" cy="11436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None/>
            </a:pPr>
            <a:r>
              <a:rPr lang="en" sz="7900" dirty="0">
                <a:solidFill>
                  <a:schemeClr val="lt1"/>
                </a:solidFill>
                <a:latin typeface="UTM Bubble Boom" pitchFamily="2" charset="0"/>
                <a:ea typeface="Bebas Neue"/>
                <a:cs typeface="Bebas Neue"/>
                <a:sym typeface="Bebas Neue"/>
              </a:rPr>
              <a:t>/(AI)</a:t>
            </a:r>
            <a:endParaRPr dirty="0">
              <a:solidFill>
                <a:schemeClr val="lt1"/>
              </a:solidFill>
              <a:latin typeface="UTM Bubble Boom" pitchFamily="2" charset="0"/>
            </a:endParaRPr>
          </a:p>
        </p:txBody>
      </p:sp>
      <p:cxnSp>
        <p:nvCxnSpPr>
          <p:cNvPr id="108" name="Google Shape;108;p16"/>
          <p:cNvCxnSpPr/>
          <p:nvPr/>
        </p:nvCxnSpPr>
        <p:spPr>
          <a:xfrm rot="10800000">
            <a:off x="524900" y="-25"/>
            <a:ext cx="0" cy="3633600"/>
          </a:xfrm>
          <a:prstGeom prst="straightConnector1">
            <a:avLst/>
          </a:prstGeom>
          <a:noFill/>
          <a:ln w="19050" cap="flat" cmpd="sng">
            <a:solidFill>
              <a:schemeClr val="lt1"/>
            </a:solidFill>
            <a:prstDash val="solid"/>
            <a:round/>
            <a:headEnd type="none" w="med" len="med"/>
            <a:tailEnd type="none" w="med" len="med"/>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3">
  <p:cSld name="CUSTOM_5">
    <p:bg>
      <p:bgPr>
        <a:solidFill>
          <a:schemeClr val="accent1"/>
        </a:solidFill>
        <a:effectLst/>
      </p:bgPr>
    </p:bg>
    <p:spTree>
      <p:nvGrpSpPr>
        <p:cNvPr id="1" name="Shape 109"/>
        <p:cNvGrpSpPr/>
        <p:nvPr/>
      </p:nvGrpSpPr>
      <p:grpSpPr>
        <a:xfrm>
          <a:off x="0" y="0"/>
          <a:ext cx="0" cy="0"/>
          <a:chOff x="0" y="0"/>
          <a:chExt cx="0" cy="0"/>
        </a:xfrm>
      </p:grpSpPr>
      <p:sp>
        <p:nvSpPr>
          <p:cNvPr id="110" name="Google Shape;110;p17"/>
          <p:cNvSpPr txBox="1">
            <a:spLocks noGrp="1"/>
          </p:cNvSpPr>
          <p:nvPr>
            <p:ph type="title"/>
          </p:nvPr>
        </p:nvSpPr>
        <p:spPr>
          <a:xfrm>
            <a:off x="2303742" y="2190967"/>
            <a:ext cx="4944900" cy="841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11" name="Google Shape;111;p17"/>
          <p:cNvSpPr txBox="1">
            <a:spLocks noGrp="1"/>
          </p:cNvSpPr>
          <p:nvPr>
            <p:ph type="title" idx="2" hasCustomPrompt="1"/>
          </p:nvPr>
        </p:nvSpPr>
        <p:spPr>
          <a:xfrm>
            <a:off x="5365842" y="1349167"/>
            <a:ext cx="1882800" cy="841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6000"/>
              <a:buNone/>
              <a:defRPr sz="6000">
                <a:solidFill>
                  <a:schemeClr val="dk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12" name="Google Shape;112;p17"/>
          <p:cNvSpPr txBox="1">
            <a:spLocks noGrp="1"/>
          </p:cNvSpPr>
          <p:nvPr>
            <p:ph type="subTitle" idx="1"/>
          </p:nvPr>
        </p:nvSpPr>
        <p:spPr>
          <a:xfrm>
            <a:off x="1897842" y="3055967"/>
            <a:ext cx="5350800" cy="713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900">
                <a:solidFill>
                  <a:schemeClr val="accent2"/>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3" name="Google Shape;113;p17"/>
          <p:cNvSpPr txBox="1"/>
          <p:nvPr/>
        </p:nvSpPr>
        <p:spPr>
          <a:xfrm rot="5400000">
            <a:off x="-685484" y="485583"/>
            <a:ext cx="2267167" cy="11436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None/>
            </a:pPr>
            <a:r>
              <a:rPr lang="en" sz="7900" dirty="0">
                <a:solidFill>
                  <a:schemeClr val="lt1"/>
                </a:solidFill>
                <a:latin typeface="UTM Bubble Boom" pitchFamily="2" charset="0"/>
                <a:ea typeface="Bebas Neue"/>
                <a:cs typeface="Bebas Neue"/>
                <a:sym typeface="Bebas Neue"/>
              </a:rPr>
              <a:t>/(AI)</a:t>
            </a:r>
            <a:endParaRPr dirty="0">
              <a:solidFill>
                <a:schemeClr val="lt1"/>
              </a:solidFill>
              <a:latin typeface="UTM Bubble Boom" pitchFamily="2"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4">
  <p:cSld name="CUSTOM_6">
    <p:bg>
      <p:bgPr>
        <a:solidFill>
          <a:schemeClr val="accent1"/>
        </a:solidFill>
        <a:effectLst/>
      </p:bgPr>
    </p:bg>
    <p:spTree>
      <p:nvGrpSpPr>
        <p:cNvPr id="1" name="Shape 114"/>
        <p:cNvGrpSpPr/>
        <p:nvPr/>
      </p:nvGrpSpPr>
      <p:grpSpPr>
        <a:xfrm>
          <a:off x="0" y="0"/>
          <a:ext cx="0" cy="0"/>
          <a:chOff x="0" y="0"/>
          <a:chExt cx="0" cy="0"/>
        </a:xfrm>
      </p:grpSpPr>
      <p:sp>
        <p:nvSpPr>
          <p:cNvPr id="115" name="Google Shape;115;p18"/>
          <p:cNvSpPr txBox="1">
            <a:spLocks noGrp="1"/>
          </p:cNvSpPr>
          <p:nvPr>
            <p:ph type="title"/>
          </p:nvPr>
        </p:nvSpPr>
        <p:spPr>
          <a:xfrm>
            <a:off x="3172850" y="2190967"/>
            <a:ext cx="49449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16" name="Google Shape;116;p18"/>
          <p:cNvSpPr txBox="1">
            <a:spLocks noGrp="1"/>
          </p:cNvSpPr>
          <p:nvPr>
            <p:ph type="title" idx="2" hasCustomPrompt="1"/>
          </p:nvPr>
        </p:nvSpPr>
        <p:spPr>
          <a:xfrm>
            <a:off x="4705742" y="1349167"/>
            <a:ext cx="18828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solidFill>
                  <a:schemeClr val="dk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17" name="Google Shape;117;p18"/>
          <p:cNvSpPr txBox="1">
            <a:spLocks noGrp="1"/>
          </p:cNvSpPr>
          <p:nvPr>
            <p:ph type="subTitle" idx="1"/>
          </p:nvPr>
        </p:nvSpPr>
        <p:spPr>
          <a:xfrm>
            <a:off x="2964642" y="3055967"/>
            <a:ext cx="5350800" cy="713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900">
                <a:solidFill>
                  <a:schemeClr val="accent2"/>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8" name="Google Shape;118;p18"/>
          <p:cNvSpPr txBox="1"/>
          <p:nvPr/>
        </p:nvSpPr>
        <p:spPr>
          <a:xfrm>
            <a:off x="150900" y="4344717"/>
            <a:ext cx="2058900" cy="11436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None/>
            </a:pPr>
            <a:r>
              <a:rPr lang="en" sz="7900" dirty="0">
                <a:solidFill>
                  <a:schemeClr val="lt1"/>
                </a:solidFill>
                <a:latin typeface="UTM Bubble Boom" pitchFamily="2" charset="0"/>
                <a:ea typeface="Bebas Neue"/>
                <a:cs typeface="Bebas Neue"/>
                <a:sym typeface="Bebas Neue"/>
              </a:rPr>
              <a:t>/(AI)</a:t>
            </a:r>
            <a:endParaRPr dirty="0">
              <a:solidFill>
                <a:schemeClr val="lt1"/>
              </a:solidFill>
              <a:latin typeface="UTM Bubble Boom" pitchFamily="2"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5">
  <p:cSld name="CUSTOM_7">
    <p:bg>
      <p:bgPr>
        <a:solidFill>
          <a:schemeClr val="accent1"/>
        </a:solidFill>
        <a:effectLst/>
      </p:bgPr>
    </p:bg>
    <p:spTree>
      <p:nvGrpSpPr>
        <p:cNvPr id="1" name="Shape 119"/>
        <p:cNvGrpSpPr/>
        <p:nvPr/>
      </p:nvGrpSpPr>
      <p:grpSpPr>
        <a:xfrm>
          <a:off x="0" y="0"/>
          <a:ext cx="0" cy="0"/>
          <a:chOff x="0" y="0"/>
          <a:chExt cx="0" cy="0"/>
        </a:xfrm>
      </p:grpSpPr>
      <p:sp>
        <p:nvSpPr>
          <p:cNvPr id="120" name="Google Shape;120;p19"/>
          <p:cNvSpPr txBox="1">
            <a:spLocks noGrp="1"/>
          </p:cNvSpPr>
          <p:nvPr>
            <p:ph type="title"/>
          </p:nvPr>
        </p:nvSpPr>
        <p:spPr>
          <a:xfrm>
            <a:off x="2106050" y="2190967"/>
            <a:ext cx="49449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21" name="Google Shape;121;p19"/>
          <p:cNvSpPr txBox="1">
            <a:spLocks noGrp="1"/>
          </p:cNvSpPr>
          <p:nvPr>
            <p:ph type="title" idx="2" hasCustomPrompt="1"/>
          </p:nvPr>
        </p:nvSpPr>
        <p:spPr>
          <a:xfrm>
            <a:off x="3638942" y="1349167"/>
            <a:ext cx="18828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solidFill>
                  <a:schemeClr val="dk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22" name="Google Shape;122;p19"/>
          <p:cNvSpPr txBox="1">
            <a:spLocks noGrp="1"/>
          </p:cNvSpPr>
          <p:nvPr>
            <p:ph type="subTitle" idx="1"/>
          </p:nvPr>
        </p:nvSpPr>
        <p:spPr>
          <a:xfrm>
            <a:off x="1897842" y="3055967"/>
            <a:ext cx="5350800" cy="713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900">
                <a:solidFill>
                  <a:schemeClr val="accent2"/>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3" name="Google Shape;123;p19"/>
          <p:cNvSpPr txBox="1"/>
          <p:nvPr/>
        </p:nvSpPr>
        <p:spPr>
          <a:xfrm rot="5400000">
            <a:off x="-599650" y="399750"/>
            <a:ext cx="2095500" cy="11436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None/>
            </a:pPr>
            <a:r>
              <a:rPr lang="en" sz="7900" dirty="0">
                <a:solidFill>
                  <a:schemeClr val="lt1"/>
                </a:solidFill>
                <a:latin typeface="UTM Bubble Boom" pitchFamily="2" charset="0"/>
                <a:ea typeface="Bebas Neue"/>
                <a:cs typeface="Bebas Neue"/>
                <a:sym typeface="Bebas Neue"/>
              </a:rPr>
              <a:t>/(AI)</a:t>
            </a:r>
            <a:endParaRPr dirty="0">
              <a:solidFill>
                <a:schemeClr val="lt1"/>
              </a:solidFill>
              <a:latin typeface="UTM Bubble Boom" pitchFamily="2" charset="0"/>
            </a:endParaRPr>
          </a:p>
        </p:txBody>
      </p:sp>
      <p:grpSp>
        <p:nvGrpSpPr>
          <p:cNvPr id="124" name="Google Shape;124;p19"/>
          <p:cNvGrpSpPr/>
          <p:nvPr/>
        </p:nvGrpSpPr>
        <p:grpSpPr>
          <a:xfrm>
            <a:off x="4194039" y="4514332"/>
            <a:ext cx="772605" cy="196301"/>
            <a:chOff x="2641350" y="846250"/>
            <a:chExt cx="413600" cy="105075"/>
          </a:xfrm>
        </p:grpSpPr>
        <p:sp>
          <p:nvSpPr>
            <p:cNvPr id="125" name="Google Shape;125;p19"/>
            <p:cNvSpPr/>
            <p:nvPr/>
          </p:nvSpPr>
          <p:spPr>
            <a:xfrm>
              <a:off x="2991475" y="846250"/>
              <a:ext cx="63475" cy="105075"/>
            </a:xfrm>
            <a:custGeom>
              <a:avLst/>
              <a:gdLst/>
              <a:ahLst/>
              <a:cxnLst/>
              <a:rect l="l" t="t" r="r" b="b"/>
              <a:pathLst>
                <a:path w="2539" h="4203" extrusionOk="0">
                  <a:moveTo>
                    <a:pt x="2092" y="1"/>
                  </a:moveTo>
                  <a:lnTo>
                    <a:pt x="1" y="2111"/>
                  </a:lnTo>
                  <a:lnTo>
                    <a:pt x="2092" y="4202"/>
                  </a:lnTo>
                  <a:lnTo>
                    <a:pt x="2538" y="3756"/>
                  </a:lnTo>
                  <a:lnTo>
                    <a:pt x="874" y="2111"/>
                  </a:lnTo>
                  <a:lnTo>
                    <a:pt x="2538" y="447"/>
                  </a:lnTo>
                  <a:lnTo>
                    <a:pt x="209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9"/>
            <p:cNvSpPr/>
            <p:nvPr/>
          </p:nvSpPr>
          <p:spPr>
            <a:xfrm>
              <a:off x="2874775" y="846250"/>
              <a:ext cx="63450" cy="105075"/>
            </a:xfrm>
            <a:custGeom>
              <a:avLst/>
              <a:gdLst/>
              <a:ahLst/>
              <a:cxnLst/>
              <a:rect l="l" t="t" r="r" b="b"/>
              <a:pathLst>
                <a:path w="2538" h="4203" extrusionOk="0">
                  <a:moveTo>
                    <a:pt x="2091" y="1"/>
                  </a:moveTo>
                  <a:lnTo>
                    <a:pt x="0" y="2111"/>
                  </a:lnTo>
                  <a:lnTo>
                    <a:pt x="2091" y="4202"/>
                  </a:lnTo>
                  <a:lnTo>
                    <a:pt x="2538" y="3756"/>
                  </a:lnTo>
                  <a:lnTo>
                    <a:pt x="894" y="2111"/>
                  </a:lnTo>
                  <a:lnTo>
                    <a:pt x="2538" y="447"/>
                  </a:lnTo>
                  <a:lnTo>
                    <a:pt x="209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9"/>
            <p:cNvSpPr/>
            <p:nvPr/>
          </p:nvSpPr>
          <p:spPr>
            <a:xfrm>
              <a:off x="2758075" y="846250"/>
              <a:ext cx="63450" cy="105075"/>
            </a:xfrm>
            <a:custGeom>
              <a:avLst/>
              <a:gdLst/>
              <a:ahLst/>
              <a:cxnLst/>
              <a:rect l="l" t="t" r="r" b="b"/>
              <a:pathLst>
                <a:path w="2538" h="4203" extrusionOk="0">
                  <a:moveTo>
                    <a:pt x="2111" y="1"/>
                  </a:moveTo>
                  <a:lnTo>
                    <a:pt x="0" y="2111"/>
                  </a:lnTo>
                  <a:lnTo>
                    <a:pt x="2111" y="4202"/>
                  </a:lnTo>
                  <a:lnTo>
                    <a:pt x="2537" y="3756"/>
                  </a:lnTo>
                  <a:lnTo>
                    <a:pt x="893" y="2111"/>
                  </a:lnTo>
                  <a:lnTo>
                    <a:pt x="2537" y="447"/>
                  </a:lnTo>
                  <a:lnTo>
                    <a:pt x="211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9"/>
            <p:cNvSpPr/>
            <p:nvPr/>
          </p:nvSpPr>
          <p:spPr>
            <a:xfrm>
              <a:off x="2641350" y="846250"/>
              <a:ext cx="63975" cy="105075"/>
            </a:xfrm>
            <a:custGeom>
              <a:avLst/>
              <a:gdLst/>
              <a:ahLst/>
              <a:cxnLst/>
              <a:rect l="l" t="t" r="r" b="b"/>
              <a:pathLst>
                <a:path w="2559" h="4203" extrusionOk="0">
                  <a:moveTo>
                    <a:pt x="2112" y="1"/>
                  </a:moveTo>
                  <a:lnTo>
                    <a:pt x="1" y="2111"/>
                  </a:lnTo>
                  <a:lnTo>
                    <a:pt x="2112" y="4202"/>
                  </a:lnTo>
                  <a:lnTo>
                    <a:pt x="2558" y="3756"/>
                  </a:lnTo>
                  <a:lnTo>
                    <a:pt x="894" y="2111"/>
                  </a:lnTo>
                  <a:lnTo>
                    <a:pt x="2558" y="447"/>
                  </a:lnTo>
                  <a:lnTo>
                    <a:pt x="21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Only title">
  <p:cSld name="CUSTOM_2">
    <p:bg>
      <p:bgPr>
        <a:solidFill>
          <a:schemeClr val="dk1"/>
        </a:solidFill>
        <a:effectLst/>
      </p:bgPr>
    </p:bg>
    <p:spTree>
      <p:nvGrpSpPr>
        <p:cNvPr id="1" name="Shape 129"/>
        <p:cNvGrpSpPr/>
        <p:nvPr/>
      </p:nvGrpSpPr>
      <p:grpSpPr>
        <a:xfrm>
          <a:off x="0" y="0"/>
          <a:ext cx="0" cy="0"/>
          <a:chOff x="0" y="0"/>
          <a:chExt cx="0" cy="0"/>
        </a:xfrm>
      </p:grpSpPr>
      <p:sp>
        <p:nvSpPr>
          <p:cNvPr id="130" name="Google Shape;130;p20"/>
          <p:cNvSpPr txBox="1"/>
          <p:nvPr/>
        </p:nvSpPr>
        <p:spPr>
          <a:xfrm>
            <a:off x="11400" y="2656728"/>
            <a:ext cx="9121200" cy="1134300"/>
          </a:xfrm>
          <a:prstGeom prst="rect">
            <a:avLst/>
          </a:prstGeom>
          <a:noFill/>
          <a:ln>
            <a:noFill/>
          </a:ln>
        </p:spPr>
        <p:txBody>
          <a:bodyPr spcFirstLastPara="1" wrap="square" lIns="91425" tIns="91425" rIns="91425" bIns="91425" anchor="t" anchorCtr="0">
            <a:noAutofit/>
          </a:bodyPr>
          <a:lstStyle/>
          <a:p>
            <a:pPr marL="0" lvl="0" indent="0" algn="ctr" rtl="0">
              <a:lnSpc>
                <a:spcPct val="90000"/>
              </a:lnSpc>
              <a:spcBef>
                <a:spcPts val="0"/>
              </a:spcBef>
              <a:spcAft>
                <a:spcPts val="0"/>
              </a:spcAft>
              <a:buNone/>
            </a:pPr>
            <a:r>
              <a:rPr lang="en-US" sz="9600" dirty="0" err="1">
                <a:solidFill>
                  <a:schemeClr val="accent3"/>
                </a:solidFill>
                <a:latin typeface="UTM Bubble Boom" pitchFamily="2" charset="0"/>
                <a:ea typeface="Nunito"/>
                <a:cs typeface="Nunito"/>
                <a:sym typeface="Bebas Neue"/>
              </a:rPr>
              <a:t>Trí</a:t>
            </a:r>
            <a:r>
              <a:rPr lang="en-US" sz="9600" baseline="0" dirty="0">
                <a:solidFill>
                  <a:schemeClr val="accent3"/>
                </a:solidFill>
                <a:latin typeface="UTM Bubble Boom" pitchFamily="2" charset="0"/>
                <a:ea typeface="Nunito"/>
                <a:cs typeface="Nunito"/>
                <a:sym typeface="Bebas Neue"/>
              </a:rPr>
              <a:t> </a:t>
            </a:r>
            <a:r>
              <a:rPr lang="en-US" sz="9600" baseline="0" dirty="0" err="1">
                <a:solidFill>
                  <a:schemeClr val="accent3"/>
                </a:solidFill>
                <a:latin typeface="UTM Bubble Boom" pitchFamily="2" charset="0"/>
                <a:ea typeface="Nunito"/>
                <a:cs typeface="Nunito"/>
                <a:sym typeface="Bebas Neue"/>
              </a:rPr>
              <a:t>tuệ</a:t>
            </a:r>
            <a:r>
              <a:rPr lang="en-US" sz="9600" baseline="0" dirty="0">
                <a:solidFill>
                  <a:schemeClr val="accent3"/>
                </a:solidFill>
                <a:latin typeface="UTM Bubble Boom" pitchFamily="2" charset="0"/>
                <a:ea typeface="Nunito"/>
                <a:cs typeface="Nunito"/>
                <a:sym typeface="Bebas Neue"/>
              </a:rPr>
              <a:t> </a:t>
            </a:r>
            <a:r>
              <a:rPr lang="en-US" sz="9600" baseline="0" dirty="0" err="1">
                <a:solidFill>
                  <a:schemeClr val="accent3"/>
                </a:solidFill>
                <a:latin typeface="UTM Bubble Boom" pitchFamily="2" charset="0"/>
                <a:ea typeface="Nunito"/>
                <a:cs typeface="Nunito"/>
                <a:sym typeface="Bebas Neue"/>
              </a:rPr>
              <a:t>nhân</a:t>
            </a:r>
            <a:r>
              <a:rPr lang="en-US" sz="9600" baseline="0" dirty="0">
                <a:solidFill>
                  <a:schemeClr val="accent3"/>
                </a:solidFill>
                <a:latin typeface="UTM Bubble Boom" pitchFamily="2" charset="0"/>
                <a:ea typeface="Nunito"/>
                <a:cs typeface="Nunito"/>
                <a:sym typeface="Bebas Neue"/>
              </a:rPr>
              <a:t> </a:t>
            </a:r>
            <a:r>
              <a:rPr lang="en-US" sz="9600" baseline="0" dirty="0" err="1">
                <a:solidFill>
                  <a:schemeClr val="accent3"/>
                </a:solidFill>
                <a:latin typeface="UTM Bubble Boom" pitchFamily="2" charset="0"/>
                <a:ea typeface="Nunito"/>
                <a:cs typeface="Nunito"/>
                <a:sym typeface="Bebas Neue"/>
              </a:rPr>
              <a:t>tạo</a:t>
            </a:r>
            <a:endParaRPr lang="en-US" sz="11500" dirty="0">
              <a:solidFill>
                <a:schemeClr val="accent3"/>
              </a:solidFill>
              <a:latin typeface="UTM Bubble Boom" pitchFamily="2" charset="0"/>
              <a:ea typeface="Nunito"/>
              <a:cs typeface="Nunito"/>
              <a:sym typeface="Nunito"/>
            </a:endParaRPr>
          </a:p>
        </p:txBody>
      </p:sp>
      <p:sp>
        <p:nvSpPr>
          <p:cNvPr id="131" name="Google Shape;131;p20"/>
          <p:cNvSpPr txBox="1"/>
          <p:nvPr/>
        </p:nvSpPr>
        <p:spPr>
          <a:xfrm>
            <a:off x="22675" y="3985092"/>
            <a:ext cx="9121200" cy="1134300"/>
          </a:xfrm>
          <a:prstGeom prst="rect">
            <a:avLst/>
          </a:prstGeom>
          <a:noFill/>
          <a:ln>
            <a:noFill/>
          </a:ln>
        </p:spPr>
        <p:txBody>
          <a:bodyPr spcFirstLastPara="1" wrap="square" lIns="91425" tIns="91425" rIns="91425" bIns="91425" anchor="t" anchorCtr="0">
            <a:noAutofit/>
          </a:bodyPr>
          <a:lstStyle/>
          <a:p>
            <a:pPr marL="0" lvl="0" indent="0" algn="ctr" rtl="0">
              <a:lnSpc>
                <a:spcPct val="90000"/>
              </a:lnSpc>
              <a:spcBef>
                <a:spcPts val="0"/>
              </a:spcBef>
              <a:spcAft>
                <a:spcPts val="0"/>
              </a:spcAft>
              <a:buNone/>
            </a:pPr>
            <a:r>
              <a:rPr lang="en-US" sz="9600" dirty="0" err="1">
                <a:solidFill>
                  <a:schemeClr val="accent3"/>
                </a:solidFill>
                <a:latin typeface="UTM Bubble Boom" pitchFamily="2" charset="0"/>
                <a:ea typeface="Nunito"/>
                <a:cs typeface="Nunito"/>
                <a:sym typeface="Bebas Neue"/>
              </a:rPr>
              <a:t>Trí</a:t>
            </a:r>
            <a:r>
              <a:rPr lang="en-US" sz="9600" baseline="0" dirty="0">
                <a:solidFill>
                  <a:schemeClr val="accent3"/>
                </a:solidFill>
                <a:latin typeface="UTM Bubble Boom" pitchFamily="2" charset="0"/>
                <a:ea typeface="Nunito"/>
                <a:cs typeface="Nunito"/>
                <a:sym typeface="Bebas Neue"/>
              </a:rPr>
              <a:t> </a:t>
            </a:r>
            <a:r>
              <a:rPr lang="en-US" sz="9600" baseline="0" dirty="0" err="1">
                <a:solidFill>
                  <a:schemeClr val="accent3"/>
                </a:solidFill>
                <a:latin typeface="UTM Bubble Boom" pitchFamily="2" charset="0"/>
                <a:ea typeface="Nunito"/>
                <a:cs typeface="Nunito"/>
                <a:sym typeface="Bebas Neue"/>
              </a:rPr>
              <a:t>tuệ</a:t>
            </a:r>
            <a:r>
              <a:rPr lang="en-US" sz="9600" baseline="0" dirty="0">
                <a:solidFill>
                  <a:schemeClr val="accent3"/>
                </a:solidFill>
                <a:latin typeface="UTM Bubble Boom" pitchFamily="2" charset="0"/>
                <a:ea typeface="Nunito"/>
                <a:cs typeface="Nunito"/>
                <a:sym typeface="Bebas Neue"/>
              </a:rPr>
              <a:t> </a:t>
            </a:r>
            <a:r>
              <a:rPr lang="en-US" sz="9600" baseline="0" dirty="0" err="1">
                <a:solidFill>
                  <a:schemeClr val="accent3"/>
                </a:solidFill>
                <a:latin typeface="UTM Bubble Boom" pitchFamily="2" charset="0"/>
                <a:ea typeface="Nunito"/>
                <a:cs typeface="Nunito"/>
                <a:sym typeface="Bebas Neue"/>
              </a:rPr>
              <a:t>nhân</a:t>
            </a:r>
            <a:r>
              <a:rPr lang="en-US" sz="9600" baseline="0" dirty="0">
                <a:solidFill>
                  <a:schemeClr val="accent3"/>
                </a:solidFill>
                <a:latin typeface="UTM Bubble Boom" pitchFamily="2" charset="0"/>
                <a:ea typeface="Nunito"/>
                <a:cs typeface="Nunito"/>
                <a:sym typeface="Bebas Neue"/>
              </a:rPr>
              <a:t> </a:t>
            </a:r>
            <a:r>
              <a:rPr lang="en-US" sz="9600" baseline="0" dirty="0" err="1">
                <a:solidFill>
                  <a:schemeClr val="accent3"/>
                </a:solidFill>
                <a:latin typeface="UTM Bubble Boom" pitchFamily="2" charset="0"/>
                <a:ea typeface="Nunito"/>
                <a:cs typeface="Nunito"/>
                <a:sym typeface="Bebas Neue"/>
              </a:rPr>
              <a:t>tạo</a:t>
            </a:r>
            <a:endParaRPr lang="en-US" sz="11500" dirty="0">
              <a:solidFill>
                <a:schemeClr val="accent3"/>
              </a:solidFill>
              <a:latin typeface="UTM Bubble Boom" pitchFamily="2" charset="0"/>
              <a:ea typeface="Nunito"/>
              <a:cs typeface="Nunito"/>
              <a:sym typeface="Nunito"/>
            </a:endParaRPr>
          </a:p>
        </p:txBody>
      </p:sp>
      <p:sp>
        <p:nvSpPr>
          <p:cNvPr id="132" name="Google Shape;132;p20"/>
          <p:cNvSpPr txBox="1"/>
          <p:nvPr/>
        </p:nvSpPr>
        <p:spPr>
          <a:xfrm>
            <a:off x="11400" y="1328364"/>
            <a:ext cx="9121200" cy="1134300"/>
          </a:xfrm>
          <a:prstGeom prst="rect">
            <a:avLst/>
          </a:prstGeom>
          <a:noFill/>
          <a:ln>
            <a:noFill/>
          </a:ln>
        </p:spPr>
        <p:txBody>
          <a:bodyPr spcFirstLastPara="1" wrap="square" lIns="91425" tIns="91425" rIns="91425" bIns="91425" anchor="t" anchorCtr="0">
            <a:noAutofit/>
          </a:bodyPr>
          <a:lstStyle/>
          <a:p>
            <a:pPr marL="0" lvl="0" indent="0" algn="ctr" rtl="0">
              <a:lnSpc>
                <a:spcPct val="90000"/>
              </a:lnSpc>
              <a:spcBef>
                <a:spcPts val="0"/>
              </a:spcBef>
              <a:spcAft>
                <a:spcPts val="0"/>
              </a:spcAft>
              <a:buNone/>
            </a:pPr>
            <a:r>
              <a:rPr lang="en" sz="9600" dirty="0">
                <a:solidFill>
                  <a:schemeClr val="accent3"/>
                </a:solidFill>
                <a:latin typeface="UTM Bubble Boom" pitchFamily="2" charset="0"/>
                <a:ea typeface="Nunito"/>
                <a:cs typeface="Nunito"/>
                <a:sym typeface="Bebas Neue"/>
              </a:rPr>
              <a:t>Trí</a:t>
            </a:r>
            <a:r>
              <a:rPr lang="en" sz="9600" baseline="0" dirty="0">
                <a:solidFill>
                  <a:schemeClr val="accent3"/>
                </a:solidFill>
                <a:latin typeface="UTM Bubble Boom" pitchFamily="2" charset="0"/>
                <a:ea typeface="Nunito"/>
                <a:cs typeface="Nunito"/>
                <a:sym typeface="Bebas Neue"/>
              </a:rPr>
              <a:t> tuệ nhân tạo</a:t>
            </a:r>
            <a:endParaRPr sz="2000" dirty="0">
              <a:solidFill>
                <a:schemeClr val="accent3"/>
              </a:solidFill>
              <a:latin typeface="UTM Bubble Boom" pitchFamily="2" charset="0"/>
              <a:ea typeface="Nunito"/>
              <a:cs typeface="Nunito"/>
              <a:sym typeface="Nunito"/>
            </a:endParaRPr>
          </a:p>
        </p:txBody>
      </p:sp>
      <p:sp>
        <p:nvSpPr>
          <p:cNvPr id="133" name="Google Shape;133;p20"/>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3900">
                <a:solidFill>
                  <a:schemeClr val="accen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34" name="Google Shape;134;p20"/>
          <p:cNvSpPr/>
          <p:nvPr/>
        </p:nvSpPr>
        <p:spPr>
          <a:xfrm>
            <a:off x="873363" y="1257937"/>
            <a:ext cx="4661700" cy="3260925"/>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0"/>
          <p:cNvSpPr/>
          <p:nvPr/>
        </p:nvSpPr>
        <p:spPr>
          <a:xfrm>
            <a:off x="5781537" y="1448553"/>
            <a:ext cx="2800487" cy="2860897"/>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hree columns">
  <p:cSld name="BLANK_1_1_1_2">
    <p:bg>
      <p:bgPr>
        <a:solidFill>
          <a:schemeClr val="dk1"/>
        </a:solidFill>
        <a:effectLst/>
      </p:bgPr>
    </p:bg>
    <p:spTree>
      <p:nvGrpSpPr>
        <p:cNvPr id="1" name="Shape 165"/>
        <p:cNvGrpSpPr/>
        <p:nvPr/>
      </p:nvGrpSpPr>
      <p:grpSpPr>
        <a:xfrm>
          <a:off x="0" y="0"/>
          <a:ext cx="0" cy="0"/>
          <a:chOff x="0" y="0"/>
          <a:chExt cx="0" cy="0"/>
        </a:xfrm>
      </p:grpSpPr>
      <p:sp>
        <p:nvSpPr>
          <p:cNvPr id="166" name="Google Shape;166;p25"/>
          <p:cNvSpPr txBox="1"/>
          <p:nvPr/>
        </p:nvSpPr>
        <p:spPr>
          <a:xfrm rot="5400000">
            <a:off x="-720013" y="3547062"/>
            <a:ext cx="2049276" cy="11436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None/>
            </a:pPr>
            <a:r>
              <a:rPr lang="en" sz="7900" dirty="0">
                <a:solidFill>
                  <a:schemeClr val="accent3"/>
                </a:solidFill>
                <a:latin typeface="UTM Bubble Boom" pitchFamily="2" charset="0"/>
                <a:ea typeface="Bebas Neue"/>
                <a:cs typeface="Bebas Neue"/>
                <a:sym typeface="Bebas Neue"/>
              </a:rPr>
              <a:t>/(AI)</a:t>
            </a:r>
            <a:endParaRPr dirty="0">
              <a:solidFill>
                <a:schemeClr val="hlink"/>
              </a:solidFill>
              <a:latin typeface="UTM Bubble Boom" pitchFamily="2" charset="0"/>
            </a:endParaRPr>
          </a:p>
        </p:txBody>
      </p:sp>
      <p:sp>
        <p:nvSpPr>
          <p:cNvPr id="167" name="Google Shape;167;p25"/>
          <p:cNvSpPr txBox="1"/>
          <p:nvPr/>
        </p:nvSpPr>
        <p:spPr>
          <a:xfrm>
            <a:off x="7697125" y="57150"/>
            <a:ext cx="2893750" cy="45847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None/>
            </a:pPr>
            <a:r>
              <a:rPr lang="en" sz="8800" dirty="0">
                <a:solidFill>
                  <a:schemeClr val="accent3"/>
                </a:solidFill>
                <a:latin typeface="UTM Bubble Boom" pitchFamily="2" charset="0"/>
                <a:ea typeface="Nunito"/>
                <a:cs typeface="Nunito"/>
                <a:sym typeface="Bebas Neue"/>
              </a:rPr>
              <a:t>TRÍ</a:t>
            </a:r>
            <a:r>
              <a:rPr lang="en" sz="8800" baseline="0" dirty="0">
                <a:solidFill>
                  <a:schemeClr val="accent3"/>
                </a:solidFill>
                <a:latin typeface="UTM Bubble Boom" pitchFamily="2" charset="0"/>
                <a:ea typeface="Nunito"/>
                <a:cs typeface="Nunito"/>
                <a:sym typeface="Bebas Neue"/>
              </a:rPr>
              <a:t> TUỆ NHÂN TẠO</a:t>
            </a:r>
            <a:endParaRPr sz="1800" dirty="0">
              <a:solidFill>
                <a:schemeClr val="accent3"/>
              </a:solidFill>
              <a:latin typeface="UTM Bubble Boom" pitchFamily="2" charset="0"/>
              <a:ea typeface="Nunito"/>
              <a:cs typeface="Nunito"/>
              <a:sym typeface="Nunito"/>
            </a:endParaRPr>
          </a:p>
        </p:txBody>
      </p:sp>
      <p:sp>
        <p:nvSpPr>
          <p:cNvPr id="168" name="Google Shape;168;p25"/>
          <p:cNvSpPr/>
          <p:nvPr/>
        </p:nvSpPr>
        <p:spPr>
          <a:xfrm>
            <a:off x="719509" y="1393266"/>
            <a:ext cx="7704000" cy="2964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5"/>
          <p:cNvSpPr txBox="1">
            <a:spLocks noGrp="1"/>
          </p:cNvSpPr>
          <p:nvPr>
            <p:ph type="title"/>
          </p:nvPr>
        </p:nvSpPr>
        <p:spPr>
          <a:xfrm>
            <a:off x="872400" y="2645013"/>
            <a:ext cx="2336400" cy="401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solidFill>
                  <a:schemeClr val="accen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70" name="Google Shape;170;p25"/>
          <p:cNvSpPr txBox="1">
            <a:spLocks noGrp="1"/>
          </p:cNvSpPr>
          <p:nvPr>
            <p:ph type="subTitle" idx="1"/>
          </p:nvPr>
        </p:nvSpPr>
        <p:spPr>
          <a:xfrm>
            <a:off x="872400" y="3094224"/>
            <a:ext cx="2336400" cy="903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1400"/>
              <a:buNone/>
              <a:defRPr sz="1400">
                <a:solidFill>
                  <a:schemeClr val="accent2"/>
                </a:solidFill>
              </a:defRPr>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0"/>
              </a:spcBef>
              <a:spcAft>
                <a:spcPts val="0"/>
              </a:spcAft>
              <a:buClr>
                <a:schemeClr val="dk1"/>
              </a:buClr>
              <a:buSzPts val="1400"/>
              <a:buNone/>
              <a:defRPr>
                <a:solidFill>
                  <a:schemeClr val="dk1"/>
                </a:solidFill>
              </a:defRPr>
            </a:lvl3pPr>
            <a:lvl4pPr lvl="3" algn="ctr" rtl="0">
              <a:lnSpc>
                <a:spcPct val="100000"/>
              </a:lnSpc>
              <a:spcBef>
                <a:spcPts val="0"/>
              </a:spcBef>
              <a:spcAft>
                <a:spcPts val="0"/>
              </a:spcAft>
              <a:buClr>
                <a:schemeClr val="dk1"/>
              </a:buClr>
              <a:buSzPts val="1400"/>
              <a:buNone/>
              <a:defRPr>
                <a:solidFill>
                  <a:schemeClr val="dk1"/>
                </a:solidFill>
              </a:defRPr>
            </a:lvl4pPr>
            <a:lvl5pPr lvl="4" algn="ctr" rtl="0">
              <a:lnSpc>
                <a:spcPct val="100000"/>
              </a:lnSpc>
              <a:spcBef>
                <a:spcPts val="0"/>
              </a:spcBef>
              <a:spcAft>
                <a:spcPts val="0"/>
              </a:spcAft>
              <a:buClr>
                <a:schemeClr val="dk1"/>
              </a:buClr>
              <a:buSzPts val="1400"/>
              <a:buNone/>
              <a:defRPr>
                <a:solidFill>
                  <a:schemeClr val="dk1"/>
                </a:solidFill>
              </a:defRPr>
            </a:lvl5pPr>
            <a:lvl6pPr lvl="5" algn="ctr" rtl="0">
              <a:lnSpc>
                <a:spcPct val="100000"/>
              </a:lnSpc>
              <a:spcBef>
                <a:spcPts val="0"/>
              </a:spcBef>
              <a:spcAft>
                <a:spcPts val="0"/>
              </a:spcAft>
              <a:buClr>
                <a:schemeClr val="dk1"/>
              </a:buClr>
              <a:buSzPts val="1400"/>
              <a:buNone/>
              <a:defRPr>
                <a:solidFill>
                  <a:schemeClr val="dk1"/>
                </a:solidFill>
              </a:defRPr>
            </a:lvl6pPr>
            <a:lvl7pPr lvl="6" algn="ctr" rtl="0">
              <a:lnSpc>
                <a:spcPct val="100000"/>
              </a:lnSpc>
              <a:spcBef>
                <a:spcPts val="0"/>
              </a:spcBef>
              <a:spcAft>
                <a:spcPts val="0"/>
              </a:spcAft>
              <a:buClr>
                <a:schemeClr val="dk1"/>
              </a:buClr>
              <a:buSzPts val="1400"/>
              <a:buNone/>
              <a:defRPr>
                <a:solidFill>
                  <a:schemeClr val="dk1"/>
                </a:solidFill>
              </a:defRPr>
            </a:lvl7pPr>
            <a:lvl8pPr lvl="7" algn="ctr" rtl="0">
              <a:lnSpc>
                <a:spcPct val="100000"/>
              </a:lnSpc>
              <a:spcBef>
                <a:spcPts val="0"/>
              </a:spcBef>
              <a:spcAft>
                <a:spcPts val="0"/>
              </a:spcAft>
              <a:buClr>
                <a:schemeClr val="dk1"/>
              </a:buClr>
              <a:buSzPts val="1400"/>
              <a:buNone/>
              <a:defRPr>
                <a:solidFill>
                  <a:schemeClr val="dk1"/>
                </a:solidFill>
              </a:defRPr>
            </a:lvl8pPr>
            <a:lvl9pPr lvl="8" algn="ctr" rtl="0">
              <a:lnSpc>
                <a:spcPct val="100000"/>
              </a:lnSpc>
              <a:spcBef>
                <a:spcPts val="0"/>
              </a:spcBef>
              <a:spcAft>
                <a:spcPts val="0"/>
              </a:spcAft>
              <a:buClr>
                <a:schemeClr val="dk1"/>
              </a:buClr>
              <a:buSzPts val="1400"/>
              <a:buNone/>
              <a:defRPr>
                <a:solidFill>
                  <a:schemeClr val="dk1"/>
                </a:solidFill>
              </a:defRPr>
            </a:lvl9pPr>
          </a:lstStyle>
          <a:p>
            <a:endParaRPr/>
          </a:p>
        </p:txBody>
      </p:sp>
      <p:sp>
        <p:nvSpPr>
          <p:cNvPr id="171" name="Google Shape;171;p25"/>
          <p:cNvSpPr txBox="1">
            <a:spLocks noGrp="1"/>
          </p:cNvSpPr>
          <p:nvPr>
            <p:ph type="title" idx="2"/>
          </p:nvPr>
        </p:nvSpPr>
        <p:spPr>
          <a:xfrm>
            <a:off x="3403800" y="2645013"/>
            <a:ext cx="2336400" cy="401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solidFill>
                  <a:schemeClr val="accen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72" name="Google Shape;172;p25"/>
          <p:cNvSpPr txBox="1">
            <a:spLocks noGrp="1"/>
          </p:cNvSpPr>
          <p:nvPr>
            <p:ph type="subTitle" idx="3"/>
          </p:nvPr>
        </p:nvSpPr>
        <p:spPr>
          <a:xfrm>
            <a:off x="3403800" y="3094224"/>
            <a:ext cx="2336400" cy="903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1400"/>
              <a:buNone/>
              <a:defRPr sz="1400">
                <a:solidFill>
                  <a:schemeClr val="accent2"/>
                </a:solidFill>
              </a:defRPr>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0"/>
              </a:spcBef>
              <a:spcAft>
                <a:spcPts val="0"/>
              </a:spcAft>
              <a:buClr>
                <a:schemeClr val="dk1"/>
              </a:buClr>
              <a:buSzPts val="1400"/>
              <a:buNone/>
              <a:defRPr>
                <a:solidFill>
                  <a:schemeClr val="dk1"/>
                </a:solidFill>
              </a:defRPr>
            </a:lvl3pPr>
            <a:lvl4pPr lvl="3" algn="ctr" rtl="0">
              <a:lnSpc>
                <a:spcPct val="100000"/>
              </a:lnSpc>
              <a:spcBef>
                <a:spcPts val="0"/>
              </a:spcBef>
              <a:spcAft>
                <a:spcPts val="0"/>
              </a:spcAft>
              <a:buClr>
                <a:schemeClr val="dk1"/>
              </a:buClr>
              <a:buSzPts val="1400"/>
              <a:buNone/>
              <a:defRPr>
                <a:solidFill>
                  <a:schemeClr val="dk1"/>
                </a:solidFill>
              </a:defRPr>
            </a:lvl4pPr>
            <a:lvl5pPr lvl="4" algn="ctr" rtl="0">
              <a:lnSpc>
                <a:spcPct val="100000"/>
              </a:lnSpc>
              <a:spcBef>
                <a:spcPts val="0"/>
              </a:spcBef>
              <a:spcAft>
                <a:spcPts val="0"/>
              </a:spcAft>
              <a:buClr>
                <a:schemeClr val="dk1"/>
              </a:buClr>
              <a:buSzPts val="1400"/>
              <a:buNone/>
              <a:defRPr>
                <a:solidFill>
                  <a:schemeClr val="dk1"/>
                </a:solidFill>
              </a:defRPr>
            </a:lvl5pPr>
            <a:lvl6pPr lvl="5" algn="ctr" rtl="0">
              <a:lnSpc>
                <a:spcPct val="100000"/>
              </a:lnSpc>
              <a:spcBef>
                <a:spcPts val="0"/>
              </a:spcBef>
              <a:spcAft>
                <a:spcPts val="0"/>
              </a:spcAft>
              <a:buClr>
                <a:schemeClr val="dk1"/>
              </a:buClr>
              <a:buSzPts val="1400"/>
              <a:buNone/>
              <a:defRPr>
                <a:solidFill>
                  <a:schemeClr val="dk1"/>
                </a:solidFill>
              </a:defRPr>
            </a:lvl6pPr>
            <a:lvl7pPr lvl="6" algn="ctr" rtl="0">
              <a:lnSpc>
                <a:spcPct val="100000"/>
              </a:lnSpc>
              <a:spcBef>
                <a:spcPts val="0"/>
              </a:spcBef>
              <a:spcAft>
                <a:spcPts val="0"/>
              </a:spcAft>
              <a:buClr>
                <a:schemeClr val="dk1"/>
              </a:buClr>
              <a:buSzPts val="1400"/>
              <a:buNone/>
              <a:defRPr>
                <a:solidFill>
                  <a:schemeClr val="dk1"/>
                </a:solidFill>
              </a:defRPr>
            </a:lvl7pPr>
            <a:lvl8pPr lvl="7" algn="ctr" rtl="0">
              <a:lnSpc>
                <a:spcPct val="100000"/>
              </a:lnSpc>
              <a:spcBef>
                <a:spcPts val="0"/>
              </a:spcBef>
              <a:spcAft>
                <a:spcPts val="0"/>
              </a:spcAft>
              <a:buClr>
                <a:schemeClr val="dk1"/>
              </a:buClr>
              <a:buSzPts val="1400"/>
              <a:buNone/>
              <a:defRPr>
                <a:solidFill>
                  <a:schemeClr val="dk1"/>
                </a:solidFill>
              </a:defRPr>
            </a:lvl8pPr>
            <a:lvl9pPr lvl="8" algn="ctr" rtl="0">
              <a:lnSpc>
                <a:spcPct val="100000"/>
              </a:lnSpc>
              <a:spcBef>
                <a:spcPts val="0"/>
              </a:spcBef>
              <a:spcAft>
                <a:spcPts val="0"/>
              </a:spcAft>
              <a:buClr>
                <a:schemeClr val="dk1"/>
              </a:buClr>
              <a:buSzPts val="1400"/>
              <a:buNone/>
              <a:defRPr>
                <a:solidFill>
                  <a:schemeClr val="dk1"/>
                </a:solidFill>
              </a:defRPr>
            </a:lvl9pPr>
          </a:lstStyle>
          <a:p>
            <a:endParaRPr/>
          </a:p>
        </p:txBody>
      </p:sp>
      <p:sp>
        <p:nvSpPr>
          <p:cNvPr id="173" name="Google Shape;173;p25"/>
          <p:cNvSpPr txBox="1">
            <a:spLocks noGrp="1"/>
          </p:cNvSpPr>
          <p:nvPr>
            <p:ph type="title" idx="4"/>
          </p:nvPr>
        </p:nvSpPr>
        <p:spPr>
          <a:xfrm>
            <a:off x="5935200" y="2645013"/>
            <a:ext cx="2336400" cy="401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solidFill>
                  <a:schemeClr val="accen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74" name="Google Shape;174;p25"/>
          <p:cNvSpPr txBox="1">
            <a:spLocks noGrp="1"/>
          </p:cNvSpPr>
          <p:nvPr>
            <p:ph type="subTitle" idx="5"/>
          </p:nvPr>
        </p:nvSpPr>
        <p:spPr>
          <a:xfrm>
            <a:off x="5935200" y="3094224"/>
            <a:ext cx="2336400" cy="903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1400"/>
              <a:buNone/>
              <a:defRPr sz="1400">
                <a:solidFill>
                  <a:schemeClr val="accent2"/>
                </a:solidFill>
              </a:defRPr>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0"/>
              </a:spcBef>
              <a:spcAft>
                <a:spcPts val="0"/>
              </a:spcAft>
              <a:buClr>
                <a:schemeClr val="dk1"/>
              </a:buClr>
              <a:buSzPts val="1400"/>
              <a:buNone/>
              <a:defRPr>
                <a:solidFill>
                  <a:schemeClr val="dk1"/>
                </a:solidFill>
              </a:defRPr>
            </a:lvl3pPr>
            <a:lvl4pPr lvl="3" algn="ctr" rtl="0">
              <a:lnSpc>
                <a:spcPct val="100000"/>
              </a:lnSpc>
              <a:spcBef>
                <a:spcPts val="0"/>
              </a:spcBef>
              <a:spcAft>
                <a:spcPts val="0"/>
              </a:spcAft>
              <a:buClr>
                <a:schemeClr val="dk1"/>
              </a:buClr>
              <a:buSzPts val="1400"/>
              <a:buNone/>
              <a:defRPr>
                <a:solidFill>
                  <a:schemeClr val="dk1"/>
                </a:solidFill>
              </a:defRPr>
            </a:lvl4pPr>
            <a:lvl5pPr lvl="4" algn="ctr" rtl="0">
              <a:lnSpc>
                <a:spcPct val="100000"/>
              </a:lnSpc>
              <a:spcBef>
                <a:spcPts val="0"/>
              </a:spcBef>
              <a:spcAft>
                <a:spcPts val="0"/>
              </a:spcAft>
              <a:buClr>
                <a:schemeClr val="dk1"/>
              </a:buClr>
              <a:buSzPts val="1400"/>
              <a:buNone/>
              <a:defRPr>
                <a:solidFill>
                  <a:schemeClr val="dk1"/>
                </a:solidFill>
              </a:defRPr>
            </a:lvl5pPr>
            <a:lvl6pPr lvl="5" algn="ctr" rtl="0">
              <a:lnSpc>
                <a:spcPct val="100000"/>
              </a:lnSpc>
              <a:spcBef>
                <a:spcPts val="0"/>
              </a:spcBef>
              <a:spcAft>
                <a:spcPts val="0"/>
              </a:spcAft>
              <a:buClr>
                <a:schemeClr val="dk1"/>
              </a:buClr>
              <a:buSzPts val="1400"/>
              <a:buNone/>
              <a:defRPr>
                <a:solidFill>
                  <a:schemeClr val="dk1"/>
                </a:solidFill>
              </a:defRPr>
            </a:lvl6pPr>
            <a:lvl7pPr lvl="6" algn="ctr" rtl="0">
              <a:lnSpc>
                <a:spcPct val="100000"/>
              </a:lnSpc>
              <a:spcBef>
                <a:spcPts val="0"/>
              </a:spcBef>
              <a:spcAft>
                <a:spcPts val="0"/>
              </a:spcAft>
              <a:buClr>
                <a:schemeClr val="dk1"/>
              </a:buClr>
              <a:buSzPts val="1400"/>
              <a:buNone/>
              <a:defRPr>
                <a:solidFill>
                  <a:schemeClr val="dk1"/>
                </a:solidFill>
              </a:defRPr>
            </a:lvl7pPr>
            <a:lvl8pPr lvl="7" algn="ctr" rtl="0">
              <a:lnSpc>
                <a:spcPct val="100000"/>
              </a:lnSpc>
              <a:spcBef>
                <a:spcPts val="0"/>
              </a:spcBef>
              <a:spcAft>
                <a:spcPts val="0"/>
              </a:spcAft>
              <a:buClr>
                <a:schemeClr val="dk1"/>
              </a:buClr>
              <a:buSzPts val="1400"/>
              <a:buNone/>
              <a:defRPr>
                <a:solidFill>
                  <a:schemeClr val="dk1"/>
                </a:solidFill>
              </a:defRPr>
            </a:lvl8pPr>
            <a:lvl9pPr lvl="8" algn="ctr" rtl="0">
              <a:lnSpc>
                <a:spcPct val="100000"/>
              </a:lnSpc>
              <a:spcBef>
                <a:spcPts val="0"/>
              </a:spcBef>
              <a:spcAft>
                <a:spcPts val="0"/>
              </a:spcAft>
              <a:buClr>
                <a:schemeClr val="dk1"/>
              </a:buClr>
              <a:buSzPts val="1400"/>
              <a:buNone/>
              <a:defRPr>
                <a:solidFill>
                  <a:schemeClr val="dk1"/>
                </a:solidFill>
              </a:defRPr>
            </a:lvl9pPr>
          </a:lstStyle>
          <a:p>
            <a:endParaRPr/>
          </a:p>
        </p:txBody>
      </p:sp>
      <p:sp>
        <p:nvSpPr>
          <p:cNvPr id="175" name="Google Shape;175;p25"/>
          <p:cNvSpPr txBox="1">
            <a:spLocks noGrp="1"/>
          </p:cNvSpPr>
          <p:nvPr>
            <p:ph type="title" idx="6"/>
          </p:nvPr>
        </p:nvSpPr>
        <p:spPr>
          <a:xfrm>
            <a:off x="720000" y="445025"/>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1"/>
              </a:buClr>
              <a:buSzPts val="3500"/>
              <a:buNone/>
              <a:defRPr>
                <a:solidFill>
                  <a:schemeClr val="accent1"/>
                </a:solidFill>
              </a:defRPr>
            </a:lvl1pPr>
            <a:lvl2pPr lvl="1" rtl="0">
              <a:spcBef>
                <a:spcPts val="0"/>
              </a:spcBef>
              <a:spcAft>
                <a:spcPts val="0"/>
              </a:spcAft>
              <a:buClr>
                <a:schemeClr val="accent1"/>
              </a:buClr>
              <a:buSzPts val="3500"/>
              <a:buNone/>
              <a:defRPr>
                <a:solidFill>
                  <a:schemeClr val="accent1"/>
                </a:solidFill>
              </a:defRPr>
            </a:lvl2pPr>
            <a:lvl3pPr lvl="2" rtl="0">
              <a:spcBef>
                <a:spcPts val="0"/>
              </a:spcBef>
              <a:spcAft>
                <a:spcPts val="0"/>
              </a:spcAft>
              <a:buClr>
                <a:schemeClr val="accent1"/>
              </a:buClr>
              <a:buSzPts val="3500"/>
              <a:buNone/>
              <a:defRPr>
                <a:solidFill>
                  <a:schemeClr val="accent1"/>
                </a:solidFill>
              </a:defRPr>
            </a:lvl3pPr>
            <a:lvl4pPr lvl="3" rtl="0">
              <a:spcBef>
                <a:spcPts val="0"/>
              </a:spcBef>
              <a:spcAft>
                <a:spcPts val="0"/>
              </a:spcAft>
              <a:buClr>
                <a:schemeClr val="accent1"/>
              </a:buClr>
              <a:buSzPts val="3500"/>
              <a:buNone/>
              <a:defRPr>
                <a:solidFill>
                  <a:schemeClr val="accent1"/>
                </a:solidFill>
              </a:defRPr>
            </a:lvl4pPr>
            <a:lvl5pPr lvl="4" rtl="0">
              <a:spcBef>
                <a:spcPts val="0"/>
              </a:spcBef>
              <a:spcAft>
                <a:spcPts val="0"/>
              </a:spcAft>
              <a:buClr>
                <a:schemeClr val="accent1"/>
              </a:buClr>
              <a:buSzPts val="3500"/>
              <a:buNone/>
              <a:defRPr>
                <a:solidFill>
                  <a:schemeClr val="accent1"/>
                </a:solidFill>
              </a:defRPr>
            </a:lvl5pPr>
            <a:lvl6pPr lvl="5" rtl="0">
              <a:spcBef>
                <a:spcPts val="0"/>
              </a:spcBef>
              <a:spcAft>
                <a:spcPts val="0"/>
              </a:spcAft>
              <a:buClr>
                <a:schemeClr val="accent1"/>
              </a:buClr>
              <a:buSzPts val="3500"/>
              <a:buNone/>
              <a:defRPr>
                <a:solidFill>
                  <a:schemeClr val="accent1"/>
                </a:solidFill>
              </a:defRPr>
            </a:lvl6pPr>
            <a:lvl7pPr lvl="6" rtl="0">
              <a:spcBef>
                <a:spcPts val="0"/>
              </a:spcBef>
              <a:spcAft>
                <a:spcPts val="0"/>
              </a:spcAft>
              <a:buClr>
                <a:schemeClr val="accent1"/>
              </a:buClr>
              <a:buSzPts val="3500"/>
              <a:buNone/>
              <a:defRPr>
                <a:solidFill>
                  <a:schemeClr val="accent1"/>
                </a:solidFill>
              </a:defRPr>
            </a:lvl7pPr>
            <a:lvl8pPr lvl="7" rtl="0">
              <a:spcBef>
                <a:spcPts val="0"/>
              </a:spcBef>
              <a:spcAft>
                <a:spcPts val="0"/>
              </a:spcAft>
              <a:buClr>
                <a:schemeClr val="accent1"/>
              </a:buClr>
              <a:buSzPts val="3500"/>
              <a:buNone/>
              <a:defRPr>
                <a:solidFill>
                  <a:schemeClr val="accent1"/>
                </a:solidFill>
              </a:defRPr>
            </a:lvl8pPr>
            <a:lvl9pPr lvl="8" rtl="0">
              <a:spcBef>
                <a:spcPts val="0"/>
              </a:spcBef>
              <a:spcAft>
                <a:spcPts val="0"/>
              </a:spcAft>
              <a:buClr>
                <a:schemeClr val="accent1"/>
              </a:buClr>
              <a:buSzPts val="3500"/>
              <a:buNone/>
              <a:defRPr>
                <a:solidFill>
                  <a:schemeClr val="accent1"/>
                </a:solidFil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hanks">
  <p:cSld name="BLANK_1_1_1_1_1_1_2">
    <p:bg>
      <p:bgPr>
        <a:solidFill>
          <a:schemeClr val="dk1"/>
        </a:solidFill>
        <a:effectLst/>
      </p:bgPr>
    </p:bg>
    <p:spTree>
      <p:nvGrpSpPr>
        <p:cNvPr id="1" name="Shape 251"/>
        <p:cNvGrpSpPr/>
        <p:nvPr/>
      </p:nvGrpSpPr>
      <p:grpSpPr>
        <a:xfrm>
          <a:off x="0" y="0"/>
          <a:ext cx="0" cy="0"/>
          <a:chOff x="0" y="0"/>
          <a:chExt cx="0" cy="0"/>
        </a:xfrm>
      </p:grpSpPr>
      <p:sp>
        <p:nvSpPr>
          <p:cNvPr id="252" name="Google Shape;252;p32"/>
          <p:cNvSpPr txBox="1"/>
          <p:nvPr/>
        </p:nvSpPr>
        <p:spPr>
          <a:xfrm rot="5400000">
            <a:off x="-1743250" y="2523825"/>
            <a:ext cx="4095750" cy="11436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None/>
            </a:pPr>
            <a:r>
              <a:rPr lang="en" sz="7900" dirty="0">
                <a:solidFill>
                  <a:schemeClr val="accent3"/>
                </a:solidFill>
                <a:latin typeface="UTM Bubble Boom" pitchFamily="2" charset="0"/>
                <a:ea typeface="Bebas Neue"/>
                <a:cs typeface="Bebas Neue"/>
                <a:sym typeface="Bebas Neue"/>
              </a:rPr>
              <a:t>/(AI)/(AI)/</a:t>
            </a:r>
            <a:endParaRPr dirty="0">
              <a:solidFill>
                <a:schemeClr val="hlink"/>
              </a:solidFill>
              <a:latin typeface="UTM Bubble Boom" pitchFamily="2" charset="0"/>
            </a:endParaRPr>
          </a:p>
        </p:txBody>
      </p:sp>
      <p:sp>
        <p:nvSpPr>
          <p:cNvPr id="253" name="Google Shape;253;p32"/>
          <p:cNvSpPr txBox="1"/>
          <p:nvPr/>
        </p:nvSpPr>
        <p:spPr>
          <a:xfrm>
            <a:off x="7751740" y="0"/>
            <a:ext cx="2592409" cy="51435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None/>
            </a:pPr>
            <a:r>
              <a:rPr lang="en" sz="8800" dirty="0">
                <a:solidFill>
                  <a:schemeClr val="accent3"/>
                </a:solidFill>
                <a:latin typeface="UTM Bubble Boom" pitchFamily="2" charset="0"/>
                <a:ea typeface="Bebas Neue"/>
                <a:cs typeface="Bebas Neue"/>
                <a:sym typeface="Bebas Neue"/>
              </a:rPr>
              <a:t>Trí</a:t>
            </a:r>
            <a:r>
              <a:rPr lang="en" sz="8800" baseline="0" dirty="0">
                <a:solidFill>
                  <a:schemeClr val="accent3"/>
                </a:solidFill>
                <a:latin typeface="UTM Bubble Boom" pitchFamily="2" charset="0"/>
                <a:ea typeface="Bebas Neue"/>
                <a:cs typeface="Bebas Neue"/>
                <a:sym typeface="Bebas Neue"/>
              </a:rPr>
              <a:t> </a:t>
            </a:r>
            <a:br>
              <a:rPr lang="en" sz="8800" baseline="0" dirty="0">
                <a:solidFill>
                  <a:schemeClr val="accent3"/>
                </a:solidFill>
                <a:latin typeface="UTM Bubble Boom" pitchFamily="2" charset="0"/>
                <a:ea typeface="Bebas Neue"/>
                <a:cs typeface="Bebas Neue"/>
                <a:sym typeface="Bebas Neue"/>
              </a:rPr>
            </a:br>
            <a:r>
              <a:rPr lang="en" sz="8800" baseline="0" dirty="0">
                <a:solidFill>
                  <a:schemeClr val="accent3"/>
                </a:solidFill>
                <a:latin typeface="UTM Bubble Boom" pitchFamily="2" charset="0"/>
                <a:ea typeface="Bebas Neue"/>
                <a:cs typeface="Bebas Neue"/>
                <a:sym typeface="Bebas Neue"/>
              </a:rPr>
              <a:t>Tuệ</a:t>
            </a:r>
            <a:br>
              <a:rPr lang="en" sz="8800" baseline="0" dirty="0">
                <a:solidFill>
                  <a:schemeClr val="accent3"/>
                </a:solidFill>
                <a:latin typeface="UTM Bubble Boom" pitchFamily="2" charset="0"/>
                <a:ea typeface="Bebas Neue"/>
                <a:cs typeface="Bebas Neue"/>
                <a:sym typeface="Bebas Neue"/>
              </a:rPr>
            </a:br>
            <a:r>
              <a:rPr lang="en" sz="8800" baseline="0" dirty="0">
                <a:solidFill>
                  <a:schemeClr val="accent3"/>
                </a:solidFill>
                <a:latin typeface="UTM Bubble Boom" pitchFamily="2" charset="0"/>
                <a:ea typeface="Bebas Neue"/>
                <a:cs typeface="Bebas Neue"/>
                <a:sym typeface="Bebas Neue"/>
              </a:rPr>
              <a:t>Nhân</a:t>
            </a:r>
            <a:br>
              <a:rPr lang="en" sz="8800" baseline="0" dirty="0">
                <a:solidFill>
                  <a:schemeClr val="accent3"/>
                </a:solidFill>
                <a:latin typeface="UTM Bubble Boom" pitchFamily="2" charset="0"/>
                <a:ea typeface="Bebas Neue"/>
                <a:cs typeface="Bebas Neue"/>
                <a:sym typeface="Bebas Neue"/>
              </a:rPr>
            </a:br>
            <a:r>
              <a:rPr lang="en" sz="8800" baseline="0" dirty="0">
                <a:solidFill>
                  <a:schemeClr val="accent3"/>
                </a:solidFill>
                <a:latin typeface="UTM Bubble Boom" pitchFamily="2" charset="0"/>
                <a:ea typeface="Bebas Neue"/>
                <a:cs typeface="Bebas Neue"/>
                <a:sym typeface="Bebas Neue"/>
              </a:rPr>
              <a:t>Tạo</a:t>
            </a:r>
            <a:endParaRPr sz="1800" dirty="0">
              <a:solidFill>
                <a:schemeClr val="accent3"/>
              </a:solidFill>
              <a:latin typeface="UTM Bubble Boom" pitchFamily="2" charset="0"/>
              <a:ea typeface="Nunito"/>
              <a:cs typeface="Nunito"/>
              <a:sym typeface="Nunito"/>
            </a:endParaRPr>
          </a:p>
        </p:txBody>
      </p:sp>
      <p:sp>
        <p:nvSpPr>
          <p:cNvPr id="254" name="Google Shape;254;p32"/>
          <p:cNvSpPr/>
          <p:nvPr/>
        </p:nvSpPr>
        <p:spPr>
          <a:xfrm>
            <a:off x="1958925" y="535000"/>
            <a:ext cx="5239800" cy="40737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32"/>
          <p:cNvSpPr txBox="1">
            <a:spLocks noGrp="1"/>
          </p:cNvSpPr>
          <p:nvPr>
            <p:ph type="ctrTitle"/>
          </p:nvPr>
        </p:nvSpPr>
        <p:spPr>
          <a:xfrm>
            <a:off x="2429950" y="723341"/>
            <a:ext cx="4284000" cy="997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200"/>
              <a:buNone/>
              <a:defRPr sz="9100">
                <a:solidFill>
                  <a:schemeClr val="accent1"/>
                </a:solidFill>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256" name="Google Shape;256;p32"/>
          <p:cNvSpPr txBox="1">
            <a:spLocks noGrp="1"/>
          </p:cNvSpPr>
          <p:nvPr>
            <p:ph type="subTitle" idx="1"/>
          </p:nvPr>
        </p:nvSpPr>
        <p:spPr>
          <a:xfrm>
            <a:off x="2687700" y="2227616"/>
            <a:ext cx="3778800" cy="1279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p:cSld name="BLANK_1_1_1_1_1_1_1">
    <p:bg>
      <p:bgPr>
        <a:solidFill>
          <a:schemeClr val="dk1"/>
        </a:solidFill>
        <a:effectLst/>
      </p:bgPr>
    </p:bg>
    <p:spTree>
      <p:nvGrpSpPr>
        <p:cNvPr id="1" name="Shape 258"/>
        <p:cNvGrpSpPr/>
        <p:nvPr/>
      </p:nvGrpSpPr>
      <p:grpSpPr>
        <a:xfrm>
          <a:off x="0" y="0"/>
          <a:ext cx="0" cy="0"/>
          <a:chOff x="0" y="0"/>
          <a:chExt cx="0" cy="0"/>
        </a:xfrm>
      </p:grpSpPr>
      <p:grpSp>
        <p:nvGrpSpPr>
          <p:cNvPr id="259" name="Google Shape;259;p33"/>
          <p:cNvGrpSpPr/>
          <p:nvPr/>
        </p:nvGrpSpPr>
        <p:grpSpPr>
          <a:xfrm>
            <a:off x="-457433" y="534990"/>
            <a:ext cx="2192659" cy="557097"/>
            <a:chOff x="2641350" y="846250"/>
            <a:chExt cx="413600" cy="105075"/>
          </a:xfrm>
        </p:grpSpPr>
        <p:sp>
          <p:nvSpPr>
            <p:cNvPr id="260" name="Google Shape;260;p33"/>
            <p:cNvSpPr/>
            <p:nvPr/>
          </p:nvSpPr>
          <p:spPr>
            <a:xfrm>
              <a:off x="2991475" y="846250"/>
              <a:ext cx="63475" cy="105075"/>
            </a:xfrm>
            <a:custGeom>
              <a:avLst/>
              <a:gdLst/>
              <a:ahLst/>
              <a:cxnLst/>
              <a:rect l="l" t="t" r="r" b="b"/>
              <a:pathLst>
                <a:path w="2539" h="4203" extrusionOk="0">
                  <a:moveTo>
                    <a:pt x="2092" y="1"/>
                  </a:moveTo>
                  <a:lnTo>
                    <a:pt x="1" y="2111"/>
                  </a:lnTo>
                  <a:lnTo>
                    <a:pt x="2092" y="4202"/>
                  </a:lnTo>
                  <a:lnTo>
                    <a:pt x="2538" y="3756"/>
                  </a:lnTo>
                  <a:lnTo>
                    <a:pt x="874" y="2111"/>
                  </a:lnTo>
                  <a:lnTo>
                    <a:pt x="2538" y="447"/>
                  </a:lnTo>
                  <a:lnTo>
                    <a:pt x="209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33"/>
            <p:cNvSpPr/>
            <p:nvPr/>
          </p:nvSpPr>
          <p:spPr>
            <a:xfrm>
              <a:off x="2874775" y="846250"/>
              <a:ext cx="63450" cy="105075"/>
            </a:xfrm>
            <a:custGeom>
              <a:avLst/>
              <a:gdLst/>
              <a:ahLst/>
              <a:cxnLst/>
              <a:rect l="l" t="t" r="r" b="b"/>
              <a:pathLst>
                <a:path w="2538" h="4203" extrusionOk="0">
                  <a:moveTo>
                    <a:pt x="2091" y="1"/>
                  </a:moveTo>
                  <a:lnTo>
                    <a:pt x="0" y="2111"/>
                  </a:lnTo>
                  <a:lnTo>
                    <a:pt x="2091" y="4202"/>
                  </a:lnTo>
                  <a:lnTo>
                    <a:pt x="2538" y="3756"/>
                  </a:lnTo>
                  <a:lnTo>
                    <a:pt x="894" y="2111"/>
                  </a:lnTo>
                  <a:lnTo>
                    <a:pt x="2538" y="447"/>
                  </a:lnTo>
                  <a:lnTo>
                    <a:pt x="20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33"/>
            <p:cNvSpPr/>
            <p:nvPr/>
          </p:nvSpPr>
          <p:spPr>
            <a:xfrm>
              <a:off x="2758075" y="846250"/>
              <a:ext cx="63450" cy="105075"/>
            </a:xfrm>
            <a:custGeom>
              <a:avLst/>
              <a:gdLst/>
              <a:ahLst/>
              <a:cxnLst/>
              <a:rect l="l" t="t" r="r" b="b"/>
              <a:pathLst>
                <a:path w="2538" h="4203" extrusionOk="0">
                  <a:moveTo>
                    <a:pt x="2111" y="1"/>
                  </a:moveTo>
                  <a:lnTo>
                    <a:pt x="0" y="2111"/>
                  </a:lnTo>
                  <a:lnTo>
                    <a:pt x="2111" y="4202"/>
                  </a:lnTo>
                  <a:lnTo>
                    <a:pt x="2537" y="3756"/>
                  </a:lnTo>
                  <a:lnTo>
                    <a:pt x="893" y="2111"/>
                  </a:lnTo>
                  <a:lnTo>
                    <a:pt x="2537" y="447"/>
                  </a:lnTo>
                  <a:lnTo>
                    <a:pt x="21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33"/>
            <p:cNvSpPr/>
            <p:nvPr/>
          </p:nvSpPr>
          <p:spPr>
            <a:xfrm>
              <a:off x="2641350" y="846250"/>
              <a:ext cx="63975" cy="105075"/>
            </a:xfrm>
            <a:custGeom>
              <a:avLst/>
              <a:gdLst/>
              <a:ahLst/>
              <a:cxnLst/>
              <a:rect l="l" t="t" r="r" b="b"/>
              <a:pathLst>
                <a:path w="2559" h="4203" extrusionOk="0">
                  <a:moveTo>
                    <a:pt x="2112" y="1"/>
                  </a:moveTo>
                  <a:lnTo>
                    <a:pt x="1" y="2111"/>
                  </a:lnTo>
                  <a:lnTo>
                    <a:pt x="2112" y="4202"/>
                  </a:lnTo>
                  <a:lnTo>
                    <a:pt x="2558" y="3756"/>
                  </a:lnTo>
                  <a:lnTo>
                    <a:pt x="894" y="2111"/>
                  </a:lnTo>
                  <a:lnTo>
                    <a:pt x="2558" y="447"/>
                  </a:lnTo>
                  <a:lnTo>
                    <a:pt x="21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4" name="Google Shape;264;p33"/>
          <p:cNvGrpSpPr/>
          <p:nvPr/>
        </p:nvGrpSpPr>
        <p:grpSpPr>
          <a:xfrm>
            <a:off x="2881200" y="4514854"/>
            <a:ext cx="3397850" cy="187275"/>
            <a:chOff x="-3237675" y="-1132050"/>
            <a:chExt cx="3397850" cy="187275"/>
          </a:xfrm>
        </p:grpSpPr>
        <p:sp>
          <p:nvSpPr>
            <p:cNvPr id="265" name="Google Shape;265;p33"/>
            <p:cNvSpPr/>
            <p:nvPr/>
          </p:nvSpPr>
          <p:spPr>
            <a:xfrm>
              <a:off x="-378750" y="-1132050"/>
              <a:ext cx="130425" cy="187275"/>
            </a:xfrm>
            <a:custGeom>
              <a:avLst/>
              <a:gdLst/>
              <a:ahLst/>
              <a:cxnLst/>
              <a:rect l="l" t="t" r="r" b="b"/>
              <a:pathLst>
                <a:path w="5217" h="7491" extrusionOk="0">
                  <a:moveTo>
                    <a:pt x="4040" y="0"/>
                  </a:moveTo>
                  <a:lnTo>
                    <a:pt x="0" y="6800"/>
                  </a:lnTo>
                  <a:lnTo>
                    <a:pt x="1157" y="7490"/>
                  </a:lnTo>
                  <a:lnTo>
                    <a:pt x="5217" y="690"/>
                  </a:lnTo>
                  <a:lnTo>
                    <a:pt x="40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33"/>
            <p:cNvSpPr/>
            <p:nvPr/>
          </p:nvSpPr>
          <p:spPr>
            <a:xfrm>
              <a:off x="29725" y="-1132050"/>
              <a:ext cx="130450" cy="187275"/>
            </a:xfrm>
            <a:custGeom>
              <a:avLst/>
              <a:gdLst/>
              <a:ahLst/>
              <a:cxnLst/>
              <a:rect l="l" t="t" r="r" b="b"/>
              <a:pathLst>
                <a:path w="5218" h="7491" extrusionOk="0">
                  <a:moveTo>
                    <a:pt x="4040" y="0"/>
                  </a:moveTo>
                  <a:lnTo>
                    <a:pt x="1" y="6800"/>
                  </a:lnTo>
                  <a:lnTo>
                    <a:pt x="1158" y="7490"/>
                  </a:lnTo>
                  <a:lnTo>
                    <a:pt x="5217" y="690"/>
                  </a:lnTo>
                  <a:lnTo>
                    <a:pt x="40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33"/>
            <p:cNvSpPr/>
            <p:nvPr/>
          </p:nvSpPr>
          <p:spPr>
            <a:xfrm>
              <a:off x="-787250" y="-1132050"/>
              <a:ext cx="130450" cy="187275"/>
            </a:xfrm>
            <a:custGeom>
              <a:avLst/>
              <a:gdLst/>
              <a:ahLst/>
              <a:cxnLst/>
              <a:rect l="l" t="t" r="r" b="b"/>
              <a:pathLst>
                <a:path w="5218" h="7491" extrusionOk="0">
                  <a:moveTo>
                    <a:pt x="4040" y="0"/>
                  </a:moveTo>
                  <a:lnTo>
                    <a:pt x="1" y="6800"/>
                  </a:lnTo>
                  <a:lnTo>
                    <a:pt x="1158" y="7490"/>
                  </a:lnTo>
                  <a:lnTo>
                    <a:pt x="5217" y="690"/>
                  </a:lnTo>
                  <a:lnTo>
                    <a:pt x="40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33"/>
            <p:cNvSpPr/>
            <p:nvPr/>
          </p:nvSpPr>
          <p:spPr>
            <a:xfrm>
              <a:off x="-1195725" y="-1132050"/>
              <a:ext cx="130425" cy="187275"/>
            </a:xfrm>
            <a:custGeom>
              <a:avLst/>
              <a:gdLst/>
              <a:ahLst/>
              <a:cxnLst/>
              <a:rect l="l" t="t" r="r" b="b"/>
              <a:pathLst>
                <a:path w="5217" h="7491" extrusionOk="0">
                  <a:moveTo>
                    <a:pt x="4060" y="0"/>
                  </a:moveTo>
                  <a:lnTo>
                    <a:pt x="0" y="6800"/>
                  </a:lnTo>
                  <a:lnTo>
                    <a:pt x="1157" y="7490"/>
                  </a:lnTo>
                  <a:lnTo>
                    <a:pt x="5217" y="690"/>
                  </a:lnTo>
                  <a:lnTo>
                    <a:pt x="4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33"/>
            <p:cNvSpPr/>
            <p:nvPr/>
          </p:nvSpPr>
          <p:spPr>
            <a:xfrm>
              <a:off x="-1604225" y="-1132050"/>
              <a:ext cx="130450" cy="187275"/>
            </a:xfrm>
            <a:custGeom>
              <a:avLst/>
              <a:gdLst/>
              <a:ahLst/>
              <a:cxnLst/>
              <a:rect l="l" t="t" r="r" b="b"/>
              <a:pathLst>
                <a:path w="5218" h="7491" extrusionOk="0">
                  <a:moveTo>
                    <a:pt x="4060" y="0"/>
                  </a:moveTo>
                  <a:lnTo>
                    <a:pt x="1" y="6800"/>
                  </a:lnTo>
                  <a:lnTo>
                    <a:pt x="1158" y="7490"/>
                  </a:lnTo>
                  <a:lnTo>
                    <a:pt x="5217" y="690"/>
                  </a:lnTo>
                  <a:lnTo>
                    <a:pt x="4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33"/>
            <p:cNvSpPr/>
            <p:nvPr/>
          </p:nvSpPr>
          <p:spPr>
            <a:xfrm>
              <a:off x="-2012725" y="-1132050"/>
              <a:ext cx="130450" cy="187275"/>
            </a:xfrm>
            <a:custGeom>
              <a:avLst/>
              <a:gdLst/>
              <a:ahLst/>
              <a:cxnLst/>
              <a:rect l="l" t="t" r="r" b="b"/>
              <a:pathLst>
                <a:path w="5218" h="7491" extrusionOk="0">
                  <a:moveTo>
                    <a:pt x="4060" y="0"/>
                  </a:moveTo>
                  <a:lnTo>
                    <a:pt x="1" y="6800"/>
                  </a:lnTo>
                  <a:lnTo>
                    <a:pt x="1178" y="7490"/>
                  </a:lnTo>
                  <a:lnTo>
                    <a:pt x="5217" y="690"/>
                  </a:lnTo>
                  <a:lnTo>
                    <a:pt x="4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33"/>
            <p:cNvSpPr/>
            <p:nvPr/>
          </p:nvSpPr>
          <p:spPr>
            <a:xfrm>
              <a:off x="-2421200" y="-1132050"/>
              <a:ext cx="130425" cy="187275"/>
            </a:xfrm>
            <a:custGeom>
              <a:avLst/>
              <a:gdLst/>
              <a:ahLst/>
              <a:cxnLst/>
              <a:rect l="l" t="t" r="r" b="b"/>
              <a:pathLst>
                <a:path w="5217" h="7491" extrusionOk="0">
                  <a:moveTo>
                    <a:pt x="4060" y="0"/>
                  </a:moveTo>
                  <a:lnTo>
                    <a:pt x="0" y="6800"/>
                  </a:lnTo>
                  <a:lnTo>
                    <a:pt x="1178" y="7490"/>
                  </a:lnTo>
                  <a:lnTo>
                    <a:pt x="5217" y="690"/>
                  </a:lnTo>
                  <a:lnTo>
                    <a:pt x="4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33"/>
            <p:cNvSpPr/>
            <p:nvPr/>
          </p:nvSpPr>
          <p:spPr>
            <a:xfrm>
              <a:off x="-2829175" y="-1132050"/>
              <a:ext cx="129925" cy="187275"/>
            </a:xfrm>
            <a:custGeom>
              <a:avLst/>
              <a:gdLst/>
              <a:ahLst/>
              <a:cxnLst/>
              <a:rect l="l" t="t" r="r" b="b"/>
              <a:pathLst>
                <a:path w="5197" h="7491" extrusionOk="0">
                  <a:moveTo>
                    <a:pt x="4039" y="0"/>
                  </a:moveTo>
                  <a:lnTo>
                    <a:pt x="0" y="6800"/>
                  </a:lnTo>
                  <a:lnTo>
                    <a:pt x="1157" y="7490"/>
                  </a:lnTo>
                  <a:lnTo>
                    <a:pt x="5196" y="690"/>
                  </a:lnTo>
                  <a:lnTo>
                    <a:pt x="403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33"/>
            <p:cNvSpPr/>
            <p:nvPr/>
          </p:nvSpPr>
          <p:spPr>
            <a:xfrm>
              <a:off x="-3237675" y="-1132050"/>
              <a:ext cx="129925" cy="187275"/>
            </a:xfrm>
            <a:custGeom>
              <a:avLst/>
              <a:gdLst/>
              <a:ahLst/>
              <a:cxnLst/>
              <a:rect l="l" t="t" r="r" b="b"/>
              <a:pathLst>
                <a:path w="5197" h="7491" extrusionOk="0">
                  <a:moveTo>
                    <a:pt x="4040" y="0"/>
                  </a:moveTo>
                  <a:lnTo>
                    <a:pt x="0" y="6800"/>
                  </a:lnTo>
                  <a:lnTo>
                    <a:pt x="1157" y="7490"/>
                  </a:lnTo>
                  <a:lnTo>
                    <a:pt x="5197" y="690"/>
                  </a:lnTo>
                  <a:lnTo>
                    <a:pt x="40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4" name="Google Shape;274;p33"/>
          <p:cNvSpPr txBox="1"/>
          <p:nvPr/>
        </p:nvSpPr>
        <p:spPr>
          <a:xfrm>
            <a:off x="7751741" y="0"/>
            <a:ext cx="2370600" cy="51435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None/>
            </a:pPr>
            <a:r>
              <a:rPr lang="en" sz="7900">
                <a:solidFill>
                  <a:schemeClr val="accent3"/>
                </a:solidFill>
                <a:latin typeface="Bebas Neue"/>
                <a:ea typeface="Bebas Neue"/>
                <a:cs typeface="Bebas Neue"/>
                <a:sym typeface="Bebas Neue"/>
              </a:rPr>
              <a:t>ARTIFICIAL INTELLIGENCE (AI)</a:t>
            </a:r>
            <a:endParaRPr>
              <a:solidFill>
                <a:schemeClr val="accent3"/>
              </a:solidFill>
              <a:latin typeface="Nunito"/>
              <a:ea typeface="Nunito"/>
              <a:cs typeface="Nunito"/>
              <a:sym typeface="Nunito"/>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ackground 1">
  <p:cSld name="BLANK_1_1_1_1_1_1_1_1">
    <p:bg>
      <p:bgPr>
        <a:solidFill>
          <a:schemeClr val="accent1"/>
        </a:solidFill>
        <a:effectLst/>
      </p:bgPr>
    </p:bg>
    <p:spTree>
      <p:nvGrpSpPr>
        <p:cNvPr id="1" name="Shape 275"/>
        <p:cNvGrpSpPr/>
        <p:nvPr/>
      </p:nvGrpSpPr>
      <p:grpSpPr>
        <a:xfrm>
          <a:off x="0" y="0"/>
          <a:ext cx="0" cy="0"/>
          <a:chOff x="0" y="0"/>
          <a:chExt cx="0" cy="0"/>
        </a:xfrm>
      </p:grpSpPr>
      <p:sp>
        <p:nvSpPr>
          <p:cNvPr id="276" name="Google Shape;276;p34"/>
          <p:cNvSpPr txBox="1"/>
          <p:nvPr/>
        </p:nvSpPr>
        <p:spPr>
          <a:xfrm>
            <a:off x="11400" y="2656728"/>
            <a:ext cx="9121200" cy="1134300"/>
          </a:xfrm>
          <a:prstGeom prst="rect">
            <a:avLst/>
          </a:prstGeom>
          <a:noFill/>
          <a:ln>
            <a:noFill/>
          </a:ln>
        </p:spPr>
        <p:txBody>
          <a:bodyPr spcFirstLastPara="1" wrap="square" lIns="91425" tIns="91425" rIns="91425" bIns="91425" anchor="t" anchorCtr="0">
            <a:noAutofit/>
          </a:bodyPr>
          <a:lstStyle/>
          <a:p>
            <a:pPr marL="0" lvl="0" indent="0" algn="ctr" rtl="0">
              <a:lnSpc>
                <a:spcPct val="90000"/>
              </a:lnSpc>
              <a:spcBef>
                <a:spcPts val="0"/>
              </a:spcBef>
              <a:spcAft>
                <a:spcPts val="0"/>
              </a:spcAft>
              <a:buNone/>
            </a:pPr>
            <a:r>
              <a:rPr lang="en" sz="7900">
                <a:solidFill>
                  <a:schemeClr val="dk1"/>
                </a:solidFill>
                <a:latin typeface="Bebas Neue"/>
                <a:ea typeface="Bebas Neue"/>
                <a:cs typeface="Bebas Neue"/>
                <a:sym typeface="Bebas Neue"/>
              </a:rPr>
              <a:t>ARTIFICIAL INTELLIGENCE (AI)</a:t>
            </a:r>
            <a:endParaRPr>
              <a:solidFill>
                <a:schemeClr val="dk1"/>
              </a:solidFill>
              <a:latin typeface="Nunito"/>
              <a:ea typeface="Nunito"/>
              <a:cs typeface="Nunito"/>
              <a:sym typeface="Nunito"/>
            </a:endParaRPr>
          </a:p>
        </p:txBody>
      </p:sp>
      <p:sp>
        <p:nvSpPr>
          <p:cNvPr id="277" name="Google Shape;277;p34"/>
          <p:cNvSpPr txBox="1"/>
          <p:nvPr/>
        </p:nvSpPr>
        <p:spPr>
          <a:xfrm>
            <a:off x="22675" y="3985092"/>
            <a:ext cx="9121200" cy="1134300"/>
          </a:xfrm>
          <a:prstGeom prst="rect">
            <a:avLst/>
          </a:prstGeom>
          <a:noFill/>
          <a:ln>
            <a:noFill/>
          </a:ln>
        </p:spPr>
        <p:txBody>
          <a:bodyPr spcFirstLastPara="1" wrap="square" lIns="91425" tIns="91425" rIns="91425" bIns="91425" anchor="t" anchorCtr="0">
            <a:noAutofit/>
          </a:bodyPr>
          <a:lstStyle/>
          <a:p>
            <a:pPr marL="0" lvl="0" indent="0" algn="ctr" rtl="0">
              <a:lnSpc>
                <a:spcPct val="90000"/>
              </a:lnSpc>
              <a:spcBef>
                <a:spcPts val="0"/>
              </a:spcBef>
              <a:spcAft>
                <a:spcPts val="0"/>
              </a:spcAft>
              <a:buNone/>
            </a:pPr>
            <a:r>
              <a:rPr lang="en" sz="7900">
                <a:solidFill>
                  <a:schemeClr val="dk1"/>
                </a:solidFill>
                <a:latin typeface="Bebas Neue"/>
                <a:ea typeface="Bebas Neue"/>
                <a:cs typeface="Bebas Neue"/>
                <a:sym typeface="Bebas Neue"/>
              </a:rPr>
              <a:t>ARTIFICIAL INTELLIGENCE (AI)</a:t>
            </a:r>
            <a:endParaRPr>
              <a:solidFill>
                <a:schemeClr val="dk1"/>
              </a:solidFill>
              <a:latin typeface="Nunito"/>
              <a:ea typeface="Nunito"/>
              <a:cs typeface="Nunito"/>
              <a:sym typeface="Nunito"/>
            </a:endParaRPr>
          </a:p>
        </p:txBody>
      </p:sp>
      <p:sp>
        <p:nvSpPr>
          <p:cNvPr id="278" name="Google Shape;278;p34"/>
          <p:cNvSpPr txBox="1"/>
          <p:nvPr/>
        </p:nvSpPr>
        <p:spPr>
          <a:xfrm>
            <a:off x="11400" y="1328364"/>
            <a:ext cx="9121200" cy="1134300"/>
          </a:xfrm>
          <a:prstGeom prst="rect">
            <a:avLst/>
          </a:prstGeom>
          <a:noFill/>
          <a:ln>
            <a:noFill/>
          </a:ln>
        </p:spPr>
        <p:txBody>
          <a:bodyPr spcFirstLastPara="1" wrap="square" lIns="91425" tIns="91425" rIns="91425" bIns="91425" anchor="t" anchorCtr="0">
            <a:noAutofit/>
          </a:bodyPr>
          <a:lstStyle/>
          <a:p>
            <a:pPr marL="0" lvl="0" indent="0" algn="ctr" rtl="0">
              <a:lnSpc>
                <a:spcPct val="90000"/>
              </a:lnSpc>
              <a:spcBef>
                <a:spcPts val="0"/>
              </a:spcBef>
              <a:spcAft>
                <a:spcPts val="0"/>
              </a:spcAft>
              <a:buNone/>
            </a:pPr>
            <a:r>
              <a:rPr lang="en" sz="7900">
                <a:solidFill>
                  <a:schemeClr val="dk1"/>
                </a:solidFill>
                <a:latin typeface="Bebas Neue"/>
                <a:ea typeface="Bebas Neue"/>
                <a:cs typeface="Bebas Neue"/>
                <a:sym typeface="Bebas Neue"/>
              </a:rPr>
              <a:t>ARTIFICIAL INTELLIGENCE (AI)</a:t>
            </a:r>
            <a:endParaRPr>
              <a:solidFill>
                <a:schemeClr val="dk1"/>
              </a:solidFill>
              <a:latin typeface="Nunito"/>
              <a:ea typeface="Nunito"/>
              <a:cs typeface="Nunito"/>
              <a:sym typeface="Nunito"/>
            </a:endParaRPr>
          </a:p>
        </p:txBody>
      </p:sp>
      <p:sp>
        <p:nvSpPr>
          <p:cNvPr id="279" name="Google Shape;279;p34"/>
          <p:cNvSpPr/>
          <p:nvPr/>
        </p:nvSpPr>
        <p:spPr>
          <a:xfrm>
            <a:off x="708150" y="535050"/>
            <a:ext cx="7720800" cy="4073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0" name="Google Shape;280;p34"/>
          <p:cNvGrpSpPr/>
          <p:nvPr/>
        </p:nvGrpSpPr>
        <p:grpSpPr>
          <a:xfrm>
            <a:off x="419564" y="436857"/>
            <a:ext cx="772605" cy="196301"/>
            <a:chOff x="2641350" y="846250"/>
            <a:chExt cx="413600" cy="105075"/>
          </a:xfrm>
        </p:grpSpPr>
        <p:sp>
          <p:nvSpPr>
            <p:cNvPr id="281" name="Google Shape;281;p34"/>
            <p:cNvSpPr/>
            <p:nvPr/>
          </p:nvSpPr>
          <p:spPr>
            <a:xfrm>
              <a:off x="2991475" y="846250"/>
              <a:ext cx="63475" cy="105075"/>
            </a:xfrm>
            <a:custGeom>
              <a:avLst/>
              <a:gdLst/>
              <a:ahLst/>
              <a:cxnLst/>
              <a:rect l="l" t="t" r="r" b="b"/>
              <a:pathLst>
                <a:path w="2539" h="4203" extrusionOk="0">
                  <a:moveTo>
                    <a:pt x="2092" y="1"/>
                  </a:moveTo>
                  <a:lnTo>
                    <a:pt x="1" y="2111"/>
                  </a:lnTo>
                  <a:lnTo>
                    <a:pt x="2092" y="4202"/>
                  </a:lnTo>
                  <a:lnTo>
                    <a:pt x="2538" y="3756"/>
                  </a:lnTo>
                  <a:lnTo>
                    <a:pt x="874" y="2111"/>
                  </a:lnTo>
                  <a:lnTo>
                    <a:pt x="2538" y="447"/>
                  </a:lnTo>
                  <a:lnTo>
                    <a:pt x="209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34"/>
            <p:cNvSpPr/>
            <p:nvPr/>
          </p:nvSpPr>
          <p:spPr>
            <a:xfrm>
              <a:off x="2874775" y="846250"/>
              <a:ext cx="63450" cy="105075"/>
            </a:xfrm>
            <a:custGeom>
              <a:avLst/>
              <a:gdLst/>
              <a:ahLst/>
              <a:cxnLst/>
              <a:rect l="l" t="t" r="r" b="b"/>
              <a:pathLst>
                <a:path w="2538" h="4203" extrusionOk="0">
                  <a:moveTo>
                    <a:pt x="2091" y="1"/>
                  </a:moveTo>
                  <a:lnTo>
                    <a:pt x="0" y="2111"/>
                  </a:lnTo>
                  <a:lnTo>
                    <a:pt x="2091" y="4202"/>
                  </a:lnTo>
                  <a:lnTo>
                    <a:pt x="2538" y="3756"/>
                  </a:lnTo>
                  <a:lnTo>
                    <a:pt x="894" y="2111"/>
                  </a:lnTo>
                  <a:lnTo>
                    <a:pt x="2538" y="447"/>
                  </a:lnTo>
                  <a:lnTo>
                    <a:pt x="20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34"/>
            <p:cNvSpPr/>
            <p:nvPr/>
          </p:nvSpPr>
          <p:spPr>
            <a:xfrm>
              <a:off x="2758075" y="846250"/>
              <a:ext cx="63450" cy="105075"/>
            </a:xfrm>
            <a:custGeom>
              <a:avLst/>
              <a:gdLst/>
              <a:ahLst/>
              <a:cxnLst/>
              <a:rect l="l" t="t" r="r" b="b"/>
              <a:pathLst>
                <a:path w="2538" h="4203" extrusionOk="0">
                  <a:moveTo>
                    <a:pt x="2111" y="1"/>
                  </a:moveTo>
                  <a:lnTo>
                    <a:pt x="0" y="2111"/>
                  </a:lnTo>
                  <a:lnTo>
                    <a:pt x="2111" y="4202"/>
                  </a:lnTo>
                  <a:lnTo>
                    <a:pt x="2537" y="3756"/>
                  </a:lnTo>
                  <a:lnTo>
                    <a:pt x="893" y="2111"/>
                  </a:lnTo>
                  <a:lnTo>
                    <a:pt x="2537" y="447"/>
                  </a:lnTo>
                  <a:lnTo>
                    <a:pt x="21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34"/>
            <p:cNvSpPr/>
            <p:nvPr/>
          </p:nvSpPr>
          <p:spPr>
            <a:xfrm>
              <a:off x="2641350" y="846250"/>
              <a:ext cx="63975" cy="105075"/>
            </a:xfrm>
            <a:custGeom>
              <a:avLst/>
              <a:gdLst/>
              <a:ahLst/>
              <a:cxnLst/>
              <a:rect l="l" t="t" r="r" b="b"/>
              <a:pathLst>
                <a:path w="2559" h="4203" extrusionOk="0">
                  <a:moveTo>
                    <a:pt x="2112" y="1"/>
                  </a:moveTo>
                  <a:lnTo>
                    <a:pt x="1" y="2111"/>
                  </a:lnTo>
                  <a:lnTo>
                    <a:pt x="2112" y="4202"/>
                  </a:lnTo>
                  <a:lnTo>
                    <a:pt x="2558" y="3756"/>
                  </a:lnTo>
                  <a:lnTo>
                    <a:pt x="894" y="2111"/>
                  </a:lnTo>
                  <a:lnTo>
                    <a:pt x="2558" y="447"/>
                  </a:lnTo>
                  <a:lnTo>
                    <a:pt x="21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5" name="Google Shape;285;p34"/>
          <p:cNvGrpSpPr/>
          <p:nvPr/>
        </p:nvGrpSpPr>
        <p:grpSpPr>
          <a:xfrm>
            <a:off x="7959731" y="436857"/>
            <a:ext cx="772605" cy="196301"/>
            <a:chOff x="2641350" y="846250"/>
            <a:chExt cx="413600" cy="105075"/>
          </a:xfrm>
        </p:grpSpPr>
        <p:sp>
          <p:nvSpPr>
            <p:cNvPr id="286" name="Google Shape;286;p34"/>
            <p:cNvSpPr/>
            <p:nvPr/>
          </p:nvSpPr>
          <p:spPr>
            <a:xfrm>
              <a:off x="2991475" y="846250"/>
              <a:ext cx="63475" cy="105075"/>
            </a:xfrm>
            <a:custGeom>
              <a:avLst/>
              <a:gdLst/>
              <a:ahLst/>
              <a:cxnLst/>
              <a:rect l="l" t="t" r="r" b="b"/>
              <a:pathLst>
                <a:path w="2539" h="4203" extrusionOk="0">
                  <a:moveTo>
                    <a:pt x="2092" y="1"/>
                  </a:moveTo>
                  <a:lnTo>
                    <a:pt x="1" y="2111"/>
                  </a:lnTo>
                  <a:lnTo>
                    <a:pt x="2092" y="4202"/>
                  </a:lnTo>
                  <a:lnTo>
                    <a:pt x="2538" y="3756"/>
                  </a:lnTo>
                  <a:lnTo>
                    <a:pt x="874" y="2111"/>
                  </a:lnTo>
                  <a:lnTo>
                    <a:pt x="2538" y="447"/>
                  </a:lnTo>
                  <a:lnTo>
                    <a:pt x="209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34"/>
            <p:cNvSpPr/>
            <p:nvPr/>
          </p:nvSpPr>
          <p:spPr>
            <a:xfrm>
              <a:off x="2874775" y="846250"/>
              <a:ext cx="63450" cy="105075"/>
            </a:xfrm>
            <a:custGeom>
              <a:avLst/>
              <a:gdLst/>
              <a:ahLst/>
              <a:cxnLst/>
              <a:rect l="l" t="t" r="r" b="b"/>
              <a:pathLst>
                <a:path w="2538" h="4203" extrusionOk="0">
                  <a:moveTo>
                    <a:pt x="2091" y="1"/>
                  </a:moveTo>
                  <a:lnTo>
                    <a:pt x="0" y="2111"/>
                  </a:lnTo>
                  <a:lnTo>
                    <a:pt x="2091" y="4202"/>
                  </a:lnTo>
                  <a:lnTo>
                    <a:pt x="2538" y="3756"/>
                  </a:lnTo>
                  <a:lnTo>
                    <a:pt x="894" y="2111"/>
                  </a:lnTo>
                  <a:lnTo>
                    <a:pt x="2538" y="447"/>
                  </a:lnTo>
                  <a:lnTo>
                    <a:pt x="20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34"/>
            <p:cNvSpPr/>
            <p:nvPr/>
          </p:nvSpPr>
          <p:spPr>
            <a:xfrm>
              <a:off x="2758075" y="846250"/>
              <a:ext cx="63450" cy="105075"/>
            </a:xfrm>
            <a:custGeom>
              <a:avLst/>
              <a:gdLst/>
              <a:ahLst/>
              <a:cxnLst/>
              <a:rect l="l" t="t" r="r" b="b"/>
              <a:pathLst>
                <a:path w="2538" h="4203" extrusionOk="0">
                  <a:moveTo>
                    <a:pt x="2111" y="1"/>
                  </a:moveTo>
                  <a:lnTo>
                    <a:pt x="0" y="2111"/>
                  </a:lnTo>
                  <a:lnTo>
                    <a:pt x="2111" y="4202"/>
                  </a:lnTo>
                  <a:lnTo>
                    <a:pt x="2537" y="3756"/>
                  </a:lnTo>
                  <a:lnTo>
                    <a:pt x="893" y="2111"/>
                  </a:lnTo>
                  <a:lnTo>
                    <a:pt x="2537" y="447"/>
                  </a:lnTo>
                  <a:lnTo>
                    <a:pt x="21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34"/>
            <p:cNvSpPr/>
            <p:nvPr/>
          </p:nvSpPr>
          <p:spPr>
            <a:xfrm>
              <a:off x="2641350" y="846250"/>
              <a:ext cx="63975" cy="105075"/>
            </a:xfrm>
            <a:custGeom>
              <a:avLst/>
              <a:gdLst/>
              <a:ahLst/>
              <a:cxnLst/>
              <a:rect l="l" t="t" r="r" b="b"/>
              <a:pathLst>
                <a:path w="2559" h="4203" extrusionOk="0">
                  <a:moveTo>
                    <a:pt x="2112" y="1"/>
                  </a:moveTo>
                  <a:lnTo>
                    <a:pt x="1" y="2111"/>
                  </a:lnTo>
                  <a:lnTo>
                    <a:pt x="2112" y="4202"/>
                  </a:lnTo>
                  <a:lnTo>
                    <a:pt x="2558" y="3756"/>
                  </a:lnTo>
                  <a:lnTo>
                    <a:pt x="894" y="2111"/>
                  </a:lnTo>
                  <a:lnTo>
                    <a:pt x="2558" y="447"/>
                  </a:lnTo>
                  <a:lnTo>
                    <a:pt x="21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bg>
      <p:bgPr>
        <a:solidFill>
          <a:schemeClr val="dk1"/>
        </a:solidFill>
        <a:effectLst/>
      </p:bgPr>
    </p:bg>
    <p:spTree>
      <p:nvGrpSpPr>
        <p:cNvPr id="1" name="Shape 221"/>
        <p:cNvGrpSpPr/>
        <p:nvPr/>
      </p:nvGrpSpPr>
      <p:grpSpPr>
        <a:xfrm>
          <a:off x="0" y="0"/>
          <a:ext cx="0" cy="0"/>
          <a:chOff x="0" y="0"/>
          <a:chExt cx="0" cy="0"/>
        </a:xfrm>
      </p:grpSpPr>
      <p:sp>
        <p:nvSpPr>
          <p:cNvPr id="222" name="Google Shape;222;p30"/>
          <p:cNvSpPr txBox="1"/>
          <p:nvPr/>
        </p:nvSpPr>
        <p:spPr>
          <a:xfrm rot="5400000">
            <a:off x="-1530704" y="1971179"/>
            <a:ext cx="4195908" cy="11436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None/>
            </a:pPr>
            <a:r>
              <a:rPr lang="en" sz="7900" dirty="0">
                <a:solidFill>
                  <a:schemeClr val="accent3"/>
                </a:solidFill>
                <a:latin typeface="UTM Bubble Boom" pitchFamily="2" charset="0"/>
                <a:ea typeface="Bebas Neue"/>
                <a:cs typeface="Bebas Neue"/>
                <a:sym typeface="Bebas Neue"/>
              </a:rPr>
              <a:t>/(AI)/(AI)/</a:t>
            </a:r>
            <a:endParaRPr dirty="0">
              <a:solidFill>
                <a:schemeClr val="hlink"/>
              </a:solidFill>
              <a:latin typeface="UTM Bubble Boom" pitchFamily="2" charset="0"/>
            </a:endParaRPr>
          </a:p>
        </p:txBody>
      </p:sp>
      <p:sp>
        <p:nvSpPr>
          <p:cNvPr id="223" name="Google Shape;223;p30"/>
          <p:cNvSpPr txBox="1"/>
          <p:nvPr/>
        </p:nvSpPr>
        <p:spPr>
          <a:xfrm rot="5400000">
            <a:off x="6500270" y="2111379"/>
            <a:ext cx="4220309" cy="11436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None/>
            </a:pPr>
            <a:r>
              <a:rPr lang="en" sz="7900" dirty="0">
                <a:solidFill>
                  <a:schemeClr val="accent3"/>
                </a:solidFill>
                <a:latin typeface="UTM Bubble Boom" pitchFamily="2" charset="0"/>
                <a:ea typeface="Bebas Neue"/>
                <a:cs typeface="Bebas Neue"/>
                <a:sym typeface="Bebas Neue"/>
              </a:rPr>
              <a:t>/(AI)/(AI)/</a:t>
            </a:r>
            <a:endParaRPr dirty="0">
              <a:solidFill>
                <a:schemeClr val="hlink"/>
              </a:solidFill>
              <a:latin typeface="UTM Bubble Boom" pitchFamily="2" charset="0"/>
            </a:endParaRPr>
          </a:p>
        </p:txBody>
      </p:sp>
      <p:sp>
        <p:nvSpPr>
          <p:cNvPr id="224" name="Google Shape;224;p30"/>
          <p:cNvSpPr txBox="1">
            <a:spLocks noGrp="1"/>
          </p:cNvSpPr>
          <p:nvPr>
            <p:ph type="title"/>
          </p:nvPr>
        </p:nvSpPr>
        <p:spPr>
          <a:xfrm>
            <a:off x="720000" y="1835250"/>
            <a:ext cx="23055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solidFill>
                  <a:schemeClr val="accen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25" name="Google Shape;225;p30"/>
          <p:cNvSpPr txBox="1">
            <a:spLocks noGrp="1"/>
          </p:cNvSpPr>
          <p:nvPr>
            <p:ph type="subTitle" idx="1"/>
          </p:nvPr>
        </p:nvSpPr>
        <p:spPr>
          <a:xfrm>
            <a:off x="720000" y="2345575"/>
            <a:ext cx="23055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accent2"/>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26" name="Google Shape;226;p30"/>
          <p:cNvSpPr txBox="1">
            <a:spLocks noGrp="1"/>
          </p:cNvSpPr>
          <p:nvPr>
            <p:ph type="title" idx="2"/>
          </p:nvPr>
        </p:nvSpPr>
        <p:spPr>
          <a:xfrm>
            <a:off x="3419269" y="1835250"/>
            <a:ext cx="23055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solidFill>
                  <a:schemeClr val="accen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27" name="Google Shape;227;p30"/>
          <p:cNvSpPr txBox="1">
            <a:spLocks noGrp="1"/>
          </p:cNvSpPr>
          <p:nvPr>
            <p:ph type="subTitle" idx="3"/>
          </p:nvPr>
        </p:nvSpPr>
        <p:spPr>
          <a:xfrm>
            <a:off x="3419269" y="2345575"/>
            <a:ext cx="23055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accent2"/>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28" name="Google Shape;228;p30"/>
          <p:cNvSpPr txBox="1">
            <a:spLocks noGrp="1"/>
          </p:cNvSpPr>
          <p:nvPr>
            <p:ph type="title" idx="4"/>
          </p:nvPr>
        </p:nvSpPr>
        <p:spPr>
          <a:xfrm>
            <a:off x="720000" y="3618817"/>
            <a:ext cx="23055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solidFill>
                  <a:schemeClr val="accen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29" name="Google Shape;229;p30"/>
          <p:cNvSpPr txBox="1">
            <a:spLocks noGrp="1"/>
          </p:cNvSpPr>
          <p:nvPr>
            <p:ph type="subTitle" idx="5"/>
          </p:nvPr>
        </p:nvSpPr>
        <p:spPr>
          <a:xfrm>
            <a:off x="720000" y="4129142"/>
            <a:ext cx="23055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accent2"/>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30" name="Google Shape;230;p30"/>
          <p:cNvSpPr txBox="1">
            <a:spLocks noGrp="1"/>
          </p:cNvSpPr>
          <p:nvPr>
            <p:ph type="title" idx="6"/>
          </p:nvPr>
        </p:nvSpPr>
        <p:spPr>
          <a:xfrm>
            <a:off x="3419269" y="3618817"/>
            <a:ext cx="23055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solidFill>
                  <a:schemeClr val="accen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31" name="Google Shape;231;p30"/>
          <p:cNvSpPr txBox="1">
            <a:spLocks noGrp="1"/>
          </p:cNvSpPr>
          <p:nvPr>
            <p:ph type="subTitle" idx="7"/>
          </p:nvPr>
        </p:nvSpPr>
        <p:spPr>
          <a:xfrm>
            <a:off x="3419269" y="4129142"/>
            <a:ext cx="23055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accent2"/>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32" name="Google Shape;232;p30"/>
          <p:cNvSpPr txBox="1">
            <a:spLocks noGrp="1"/>
          </p:cNvSpPr>
          <p:nvPr>
            <p:ph type="title" idx="8"/>
          </p:nvPr>
        </p:nvSpPr>
        <p:spPr>
          <a:xfrm>
            <a:off x="6118545" y="1835250"/>
            <a:ext cx="23055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solidFill>
                  <a:schemeClr val="accen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33" name="Google Shape;233;p30"/>
          <p:cNvSpPr txBox="1">
            <a:spLocks noGrp="1"/>
          </p:cNvSpPr>
          <p:nvPr>
            <p:ph type="subTitle" idx="9"/>
          </p:nvPr>
        </p:nvSpPr>
        <p:spPr>
          <a:xfrm>
            <a:off x="6118545" y="2345575"/>
            <a:ext cx="23055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accent2"/>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34" name="Google Shape;234;p30"/>
          <p:cNvSpPr txBox="1">
            <a:spLocks noGrp="1"/>
          </p:cNvSpPr>
          <p:nvPr>
            <p:ph type="title" idx="13"/>
          </p:nvPr>
        </p:nvSpPr>
        <p:spPr>
          <a:xfrm>
            <a:off x="6118545" y="3618817"/>
            <a:ext cx="23055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solidFill>
                  <a:schemeClr val="accen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35" name="Google Shape;235;p30"/>
          <p:cNvSpPr txBox="1">
            <a:spLocks noGrp="1"/>
          </p:cNvSpPr>
          <p:nvPr>
            <p:ph type="subTitle" idx="14"/>
          </p:nvPr>
        </p:nvSpPr>
        <p:spPr>
          <a:xfrm>
            <a:off x="6118545" y="4129142"/>
            <a:ext cx="23055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solidFill>
                  <a:schemeClr val="accent2"/>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36" name="Google Shape;236;p30"/>
          <p:cNvSpPr txBox="1">
            <a:spLocks noGrp="1"/>
          </p:cNvSpPr>
          <p:nvPr>
            <p:ph type="title" idx="15"/>
          </p:nvPr>
        </p:nvSpPr>
        <p:spPr>
          <a:xfrm>
            <a:off x="720000" y="445025"/>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solidFill>
                  <a:schemeClr val="accen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extLst>
      <p:ext uri="{BB962C8B-B14F-4D97-AF65-F5344CB8AC3E}">
        <p14:creationId xmlns:p14="http://schemas.microsoft.com/office/powerpoint/2010/main" val="8287456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accent1"/>
              </a:buClr>
              <a:buSzPts val="3500"/>
              <a:buFont typeface="Bebas Neue"/>
              <a:buNone/>
              <a:defRPr sz="3500">
                <a:solidFill>
                  <a:schemeClr val="accent1"/>
                </a:solidFill>
                <a:latin typeface="Bebas Neue"/>
                <a:ea typeface="Bebas Neue"/>
                <a:cs typeface="Bebas Neue"/>
                <a:sym typeface="Bebas Neue"/>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715100" y="1152475"/>
            <a:ext cx="7713900" cy="34560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2"/>
              </a:buClr>
              <a:buSzPts val="1400"/>
              <a:buFont typeface="Raleway Medium"/>
              <a:buChar char="●"/>
              <a:defRPr>
                <a:solidFill>
                  <a:schemeClr val="dk2"/>
                </a:solidFill>
                <a:latin typeface="Raleway Medium"/>
                <a:ea typeface="Raleway Medium"/>
                <a:cs typeface="Raleway Medium"/>
                <a:sym typeface="Raleway Medium"/>
              </a:defRPr>
            </a:lvl1pPr>
            <a:lvl2pPr marL="914400" lvl="1" indent="-317500">
              <a:lnSpc>
                <a:spcPct val="100000"/>
              </a:lnSpc>
              <a:spcBef>
                <a:spcPts val="0"/>
              </a:spcBef>
              <a:spcAft>
                <a:spcPts val="0"/>
              </a:spcAft>
              <a:buClr>
                <a:schemeClr val="dk2"/>
              </a:buClr>
              <a:buSzPts val="1400"/>
              <a:buFont typeface="Raleway Medium"/>
              <a:buChar char="○"/>
              <a:defRPr>
                <a:solidFill>
                  <a:schemeClr val="dk2"/>
                </a:solidFill>
                <a:latin typeface="Raleway Medium"/>
                <a:ea typeface="Raleway Medium"/>
                <a:cs typeface="Raleway Medium"/>
                <a:sym typeface="Raleway Medium"/>
              </a:defRPr>
            </a:lvl2pPr>
            <a:lvl3pPr marL="1371600" lvl="2" indent="-317500">
              <a:lnSpc>
                <a:spcPct val="100000"/>
              </a:lnSpc>
              <a:spcBef>
                <a:spcPts val="0"/>
              </a:spcBef>
              <a:spcAft>
                <a:spcPts val="0"/>
              </a:spcAft>
              <a:buClr>
                <a:schemeClr val="dk2"/>
              </a:buClr>
              <a:buSzPts val="1400"/>
              <a:buFont typeface="Raleway Medium"/>
              <a:buChar char="■"/>
              <a:defRPr>
                <a:solidFill>
                  <a:schemeClr val="dk2"/>
                </a:solidFill>
                <a:latin typeface="Raleway Medium"/>
                <a:ea typeface="Raleway Medium"/>
                <a:cs typeface="Raleway Medium"/>
                <a:sym typeface="Raleway Medium"/>
              </a:defRPr>
            </a:lvl3pPr>
            <a:lvl4pPr marL="1828800" lvl="3" indent="-317500">
              <a:lnSpc>
                <a:spcPct val="100000"/>
              </a:lnSpc>
              <a:spcBef>
                <a:spcPts val="0"/>
              </a:spcBef>
              <a:spcAft>
                <a:spcPts val="0"/>
              </a:spcAft>
              <a:buClr>
                <a:schemeClr val="dk2"/>
              </a:buClr>
              <a:buSzPts val="1400"/>
              <a:buFont typeface="Raleway Medium"/>
              <a:buChar char="●"/>
              <a:defRPr>
                <a:solidFill>
                  <a:schemeClr val="dk2"/>
                </a:solidFill>
                <a:latin typeface="Raleway Medium"/>
                <a:ea typeface="Raleway Medium"/>
                <a:cs typeface="Raleway Medium"/>
                <a:sym typeface="Raleway Medium"/>
              </a:defRPr>
            </a:lvl4pPr>
            <a:lvl5pPr marL="2286000" lvl="4" indent="-317500">
              <a:lnSpc>
                <a:spcPct val="100000"/>
              </a:lnSpc>
              <a:spcBef>
                <a:spcPts val="0"/>
              </a:spcBef>
              <a:spcAft>
                <a:spcPts val="0"/>
              </a:spcAft>
              <a:buClr>
                <a:schemeClr val="dk2"/>
              </a:buClr>
              <a:buSzPts val="1400"/>
              <a:buFont typeface="Raleway Medium"/>
              <a:buChar char="○"/>
              <a:defRPr>
                <a:solidFill>
                  <a:schemeClr val="dk2"/>
                </a:solidFill>
                <a:latin typeface="Raleway Medium"/>
                <a:ea typeface="Raleway Medium"/>
                <a:cs typeface="Raleway Medium"/>
                <a:sym typeface="Raleway Medium"/>
              </a:defRPr>
            </a:lvl5pPr>
            <a:lvl6pPr marL="2743200" lvl="5" indent="-317500">
              <a:lnSpc>
                <a:spcPct val="100000"/>
              </a:lnSpc>
              <a:spcBef>
                <a:spcPts val="0"/>
              </a:spcBef>
              <a:spcAft>
                <a:spcPts val="0"/>
              </a:spcAft>
              <a:buClr>
                <a:schemeClr val="dk2"/>
              </a:buClr>
              <a:buSzPts val="1400"/>
              <a:buFont typeface="Raleway Medium"/>
              <a:buChar char="■"/>
              <a:defRPr>
                <a:solidFill>
                  <a:schemeClr val="dk2"/>
                </a:solidFill>
                <a:latin typeface="Raleway Medium"/>
                <a:ea typeface="Raleway Medium"/>
                <a:cs typeface="Raleway Medium"/>
                <a:sym typeface="Raleway Medium"/>
              </a:defRPr>
            </a:lvl6pPr>
            <a:lvl7pPr marL="3200400" lvl="6" indent="-317500">
              <a:lnSpc>
                <a:spcPct val="100000"/>
              </a:lnSpc>
              <a:spcBef>
                <a:spcPts val="0"/>
              </a:spcBef>
              <a:spcAft>
                <a:spcPts val="0"/>
              </a:spcAft>
              <a:buClr>
                <a:schemeClr val="dk2"/>
              </a:buClr>
              <a:buSzPts val="1400"/>
              <a:buFont typeface="Raleway Medium"/>
              <a:buChar char="●"/>
              <a:defRPr>
                <a:solidFill>
                  <a:schemeClr val="dk2"/>
                </a:solidFill>
                <a:latin typeface="Raleway Medium"/>
                <a:ea typeface="Raleway Medium"/>
                <a:cs typeface="Raleway Medium"/>
                <a:sym typeface="Raleway Medium"/>
              </a:defRPr>
            </a:lvl7pPr>
            <a:lvl8pPr marL="3657600" lvl="7" indent="-317500">
              <a:lnSpc>
                <a:spcPct val="100000"/>
              </a:lnSpc>
              <a:spcBef>
                <a:spcPts val="0"/>
              </a:spcBef>
              <a:spcAft>
                <a:spcPts val="0"/>
              </a:spcAft>
              <a:buClr>
                <a:schemeClr val="dk2"/>
              </a:buClr>
              <a:buSzPts val="1400"/>
              <a:buFont typeface="Raleway Medium"/>
              <a:buChar char="○"/>
              <a:defRPr>
                <a:solidFill>
                  <a:schemeClr val="dk2"/>
                </a:solidFill>
                <a:latin typeface="Raleway Medium"/>
                <a:ea typeface="Raleway Medium"/>
                <a:cs typeface="Raleway Medium"/>
                <a:sym typeface="Raleway Medium"/>
              </a:defRPr>
            </a:lvl8pPr>
            <a:lvl9pPr marL="4114800" lvl="8" indent="-317500">
              <a:lnSpc>
                <a:spcPct val="100000"/>
              </a:lnSpc>
              <a:spcBef>
                <a:spcPts val="0"/>
              </a:spcBef>
              <a:spcAft>
                <a:spcPts val="0"/>
              </a:spcAft>
              <a:buClr>
                <a:schemeClr val="dk2"/>
              </a:buClr>
              <a:buSzPts val="1400"/>
              <a:buFont typeface="Raleway Medium"/>
              <a:buChar char="■"/>
              <a:defRPr>
                <a:solidFill>
                  <a:schemeClr val="dk2"/>
                </a:solidFill>
                <a:latin typeface="Raleway Medium"/>
                <a:ea typeface="Raleway Medium"/>
                <a:cs typeface="Raleway Medium"/>
                <a:sym typeface="Raleway Mediu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5" r:id="rId5"/>
    <p:sldLayoutId id="2147483658" r:id="rId6"/>
    <p:sldLayoutId id="2147483659" r:id="rId7"/>
    <p:sldLayoutId id="2147483660" r:id="rId8"/>
    <p:sldLayoutId id="2147483661" r:id="rId9"/>
    <p:sldLayoutId id="2147483662" r:id="rId10"/>
    <p:sldLayoutId id="2147483663" r:id="rId11"/>
    <p:sldLayoutId id="2147483664" r:id="rId12"/>
    <p:sldLayoutId id="2147483665" r:id="rId13"/>
    <p:sldLayoutId id="2147483666" r:id="rId14"/>
    <p:sldLayoutId id="2147483671" r:id="rId15"/>
    <p:sldLayoutId id="2147483678" r:id="rId16"/>
    <p:sldLayoutId id="2147483679" r:id="rId17"/>
    <p:sldLayoutId id="2147483680" r:id="rId18"/>
    <p:sldLayoutId id="2147483684" r:id="rId1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99"/>
        <p:cNvGrpSpPr/>
        <p:nvPr/>
      </p:nvGrpSpPr>
      <p:grpSpPr>
        <a:xfrm>
          <a:off x="0" y="0"/>
          <a:ext cx="0" cy="0"/>
          <a:chOff x="0" y="0"/>
          <a:chExt cx="0" cy="0"/>
        </a:xfrm>
      </p:grpSpPr>
      <p:sp>
        <p:nvSpPr>
          <p:cNvPr id="300" name="Google Shape;300;p38"/>
          <p:cNvSpPr txBox="1">
            <a:spLocks noGrp="1"/>
          </p:cNvSpPr>
          <p:nvPr>
            <p:ph type="ctrTitle"/>
          </p:nvPr>
        </p:nvSpPr>
        <p:spPr>
          <a:xfrm>
            <a:off x="3326037" y="1829355"/>
            <a:ext cx="4998225" cy="752249"/>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5400" dirty="0">
                <a:latin typeface="UTM Bubble Boom" pitchFamily="2" charset="0"/>
              </a:rPr>
              <a:t>Trí tuệ nhân tạo</a:t>
            </a:r>
            <a:endParaRPr sz="5400" dirty="0">
              <a:latin typeface="UTM Bubble Boom" pitchFamily="2" charset="0"/>
            </a:endParaRPr>
          </a:p>
        </p:txBody>
      </p:sp>
      <p:sp>
        <p:nvSpPr>
          <p:cNvPr id="301" name="Google Shape;301;p38"/>
          <p:cNvSpPr txBox="1">
            <a:spLocks noGrp="1"/>
          </p:cNvSpPr>
          <p:nvPr>
            <p:ph type="subTitle" idx="1"/>
          </p:nvPr>
        </p:nvSpPr>
        <p:spPr>
          <a:xfrm>
            <a:off x="3695682" y="2655271"/>
            <a:ext cx="4517636" cy="991414"/>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Ứng dụng game </a:t>
            </a:r>
          </a:p>
          <a:p>
            <a:pPr marL="0" lvl="0" indent="0" algn="ctr" rtl="0">
              <a:spcBef>
                <a:spcPts val="0"/>
              </a:spcBef>
              <a:spcAft>
                <a:spcPts val="0"/>
              </a:spcAft>
              <a:buNone/>
            </a:pPr>
            <a:r>
              <a:rPr lang="en" dirty="0"/>
              <a:t>Tìm đường về nhà</a:t>
            </a:r>
            <a:endParaRPr dirty="0"/>
          </a:p>
        </p:txBody>
      </p:sp>
      <p:grpSp>
        <p:nvGrpSpPr>
          <p:cNvPr id="302" name="Google Shape;302;p38"/>
          <p:cNvGrpSpPr/>
          <p:nvPr/>
        </p:nvGrpSpPr>
        <p:grpSpPr>
          <a:xfrm>
            <a:off x="-247202" y="2241760"/>
            <a:ext cx="3692970" cy="3912200"/>
            <a:chOff x="411650" y="2156650"/>
            <a:chExt cx="2413075" cy="2556325"/>
          </a:xfrm>
        </p:grpSpPr>
        <p:sp>
          <p:nvSpPr>
            <p:cNvPr id="303" name="Google Shape;303;p38"/>
            <p:cNvSpPr/>
            <p:nvPr/>
          </p:nvSpPr>
          <p:spPr>
            <a:xfrm>
              <a:off x="1503675" y="2736975"/>
              <a:ext cx="253225" cy="253225"/>
            </a:xfrm>
            <a:custGeom>
              <a:avLst/>
              <a:gdLst/>
              <a:ahLst/>
              <a:cxnLst/>
              <a:rect l="l" t="t" r="r" b="b"/>
              <a:pathLst>
                <a:path w="10129" h="10129" extrusionOk="0">
                  <a:moveTo>
                    <a:pt x="5075" y="0"/>
                  </a:moveTo>
                  <a:cubicBezTo>
                    <a:pt x="2274" y="0"/>
                    <a:pt x="0" y="2274"/>
                    <a:pt x="0" y="5075"/>
                  </a:cubicBezTo>
                  <a:cubicBezTo>
                    <a:pt x="0" y="7855"/>
                    <a:pt x="2274" y="10129"/>
                    <a:pt x="5075" y="10129"/>
                  </a:cubicBezTo>
                  <a:cubicBezTo>
                    <a:pt x="7876" y="10129"/>
                    <a:pt x="10129" y="7855"/>
                    <a:pt x="10129" y="5075"/>
                  </a:cubicBezTo>
                  <a:cubicBezTo>
                    <a:pt x="10129" y="2274"/>
                    <a:pt x="7876" y="0"/>
                    <a:pt x="507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8"/>
            <p:cNvSpPr/>
            <p:nvPr/>
          </p:nvSpPr>
          <p:spPr>
            <a:xfrm>
              <a:off x="1984225" y="2412200"/>
              <a:ext cx="123325" cy="123350"/>
            </a:xfrm>
            <a:custGeom>
              <a:avLst/>
              <a:gdLst/>
              <a:ahLst/>
              <a:cxnLst/>
              <a:rect l="l" t="t" r="r" b="b"/>
              <a:pathLst>
                <a:path w="4933" h="4934" extrusionOk="0">
                  <a:moveTo>
                    <a:pt x="2476" y="1"/>
                  </a:moveTo>
                  <a:cubicBezTo>
                    <a:pt x="1096" y="1"/>
                    <a:pt x="0" y="1097"/>
                    <a:pt x="0" y="2477"/>
                  </a:cubicBezTo>
                  <a:cubicBezTo>
                    <a:pt x="0" y="3837"/>
                    <a:pt x="1096" y="4933"/>
                    <a:pt x="2476" y="4933"/>
                  </a:cubicBezTo>
                  <a:cubicBezTo>
                    <a:pt x="3836" y="4933"/>
                    <a:pt x="4932" y="3837"/>
                    <a:pt x="4932" y="2477"/>
                  </a:cubicBezTo>
                  <a:cubicBezTo>
                    <a:pt x="4932" y="1097"/>
                    <a:pt x="3836" y="1"/>
                    <a:pt x="247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38"/>
            <p:cNvSpPr/>
            <p:nvPr/>
          </p:nvSpPr>
          <p:spPr>
            <a:xfrm>
              <a:off x="2395250" y="2199600"/>
              <a:ext cx="123825" cy="123825"/>
            </a:xfrm>
            <a:custGeom>
              <a:avLst/>
              <a:gdLst/>
              <a:ahLst/>
              <a:cxnLst/>
              <a:rect l="l" t="t" r="r" b="b"/>
              <a:pathLst>
                <a:path w="4953" h="4953" extrusionOk="0">
                  <a:moveTo>
                    <a:pt x="2477" y="0"/>
                  </a:moveTo>
                  <a:cubicBezTo>
                    <a:pt x="1117" y="0"/>
                    <a:pt x="0" y="1117"/>
                    <a:pt x="0" y="2476"/>
                  </a:cubicBezTo>
                  <a:cubicBezTo>
                    <a:pt x="0" y="3836"/>
                    <a:pt x="1117" y="4953"/>
                    <a:pt x="2477" y="4953"/>
                  </a:cubicBezTo>
                  <a:cubicBezTo>
                    <a:pt x="3836" y="4953"/>
                    <a:pt x="4953" y="3836"/>
                    <a:pt x="4953" y="2476"/>
                  </a:cubicBezTo>
                  <a:cubicBezTo>
                    <a:pt x="4953" y="1117"/>
                    <a:pt x="3836" y="0"/>
                    <a:pt x="247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38"/>
            <p:cNvSpPr/>
            <p:nvPr/>
          </p:nvSpPr>
          <p:spPr>
            <a:xfrm>
              <a:off x="2580975" y="3149000"/>
              <a:ext cx="109625" cy="109650"/>
            </a:xfrm>
            <a:custGeom>
              <a:avLst/>
              <a:gdLst/>
              <a:ahLst/>
              <a:cxnLst/>
              <a:rect l="l" t="t" r="r" b="b"/>
              <a:pathLst>
                <a:path w="4385" h="4386" extrusionOk="0">
                  <a:moveTo>
                    <a:pt x="2192" y="1"/>
                  </a:moveTo>
                  <a:cubicBezTo>
                    <a:pt x="974" y="1"/>
                    <a:pt x="0" y="975"/>
                    <a:pt x="0" y="2193"/>
                  </a:cubicBezTo>
                  <a:cubicBezTo>
                    <a:pt x="0" y="3411"/>
                    <a:pt x="974" y="4385"/>
                    <a:pt x="2192" y="4385"/>
                  </a:cubicBezTo>
                  <a:cubicBezTo>
                    <a:pt x="3410" y="4385"/>
                    <a:pt x="4384" y="3411"/>
                    <a:pt x="4384" y="2193"/>
                  </a:cubicBezTo>
                  <a:cubicBezTo>
                    <a:pt x="4384" y="975"/>
                    <a:pt x="3410" y="1"/>
                    <a:pt x="219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8"/>
            <p:cNvSpPr/>
            <p:nvPr/>
          </p:nvSpPr>
          <p:spPr>
            <a:xfrm>
              <a:off x="2544425" y="3129725"/>
              <a:ext cx="115725" cy="121300"/>
            </a:xfrm>
            <a:custGeom>
              <a:avLst/>
              <a:gdLst/>
              <a:ahLst/>
              <a:cxnLst/>
              <a:rect l="l" t="t" r="r" b="b"/>
              <a:pathLst>
                <a:path w="4629" h="4852" extrusionOk="0">
                  <a:moveTo>
                    <a:pt x="163" y="1"/>
                  </a:moveTo>
                  <a:cubicBezTo>
                    <a:pt x="163" y="1"/>
                    <a:pt x="1" y="2660"/>
                    <a:pt x="143" y="2944"/>
                  </a:cubicBezTo>
                  <a:cubicBezTo>
                    <a:pt x="285" y="3228"/>
                    <a:pt x="4121" y="4852"/>
                    <a:pt x="4121" y="4852"/>
                  </a:cubicBezTo>
                  <a:lnTo>
                    <a:pt x="4629" y="1624"/>
                  </a:lnTo>
                  <a:lnTo>
                    <a:pt x="16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38"/>
            <p:cNvSpPr/>
            <p:nvPr/>
          </p:nvSpPr>
          <p:spPr>
            <a:xfrm>
              <a:off x="2480500" y="2812575"/>
              <a:ext cx="67500" cy="114200"/>
            </a:xfrm>
            <a:custGeom>
              <a:avLst/>
              <a:gdLst/>
              <a:ahLst/>
              <a:cxnLst/>
              <a:rect l="l" t="t" r="r" b="b"/>
              <a:pathLst>
                <a:path w="2700" h="4568" extrusionOk="0">
                  <a:moveTo>
                    <a:pt x="569" y="1"/>
                  </a:moveTo>
                  <a:lnTo>
                    <a:pt x="0" y="4568"/>
                  </a:lnTo>
                  <a:lnTo>
                    <a:pt x="2700" y="2721"/>
                  </a:lnTo>
                  <a:lnTo>
                    <a:pt x="56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38"/>
            <p:cNvSpPr/>
            <p:nvPr/>
          </p:nvSpPr>
          <p:spPr>
            <a:xfrm>
              <a:off x="2403350" y="2218375"/>
              <a:ext cx="143650" cy="198925"/>
            </a:xfrm>
            <a:custGeom>
              <a:avLst/>
              <a:gdLst/>
              <a:ahLst/>
              <a:cxnLst/>
              <a:rect l="l" t="t" r="r" b="b"/>
              <a:pathLst>
                <a:path w="5746" h="7957" extrusionOk="0">
                  <a:moveTo>
                    <a:pt x="3614" y="0"/>
                  </a:moveTo>
                  <a:lnTo>
                    <a:pt x="1" y="1401"/>
                  </a:lnTo>
                  <a:lnTo>
                    <a:pt x="3391" y="7957"/>
                  </a:lnTo>
                  <a:lnTo>
                    <a:pt x="5745" y="6942"/>
                  </a:lnTo>
                  <a:lnTo>
                    <a:pt x="3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8"/>
            <p:cNvSpPr/>
            <p:nvPr/>
          </p:nvSpPr>
          <p:spPr>
            <a:xfrm>
              <a:off x="1996900" y="2436050"/>
              <a:ext cx="212125" cy="222300"/>
            </a:xfrm>
            <a:custGeom>
              <a:avLst/>
              <a:gdLst/>
              <a:ahLst/>
              <a:cxnLst/>
              <a:rect l="l" t="t" r="r" b="b"/>
              <a:pathLst>
                <a:path w="8485" h="8892" extrusionOk="0">
                  <a:moveTo>
                    <a:pt x="3025" y="1"/>
                  </a:moveTo>
                  <a:lnTo>
                    <a:pt x="1" y="2071"/>
                  </a:lnTo>
                  <a:lnTo>
                    <a:pt x="5785" y="8891"/>
                  </a:lnTo>
                  <a:lnTo>
                    <a:pt x="8485" y="6760"/>
                  </a:lnTo>
                  <a:lnTo>
                    <a:pt x="302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38"/>
            <p:cNvSpPr/>
            <p:nvPr/>
          </p:nvSpPr>
          <p:spPr>
            <a:xfrm>
              <a:off x="1012475" y="3482900"/>
              <a:ext cx="399875" cy="387200"/>
            </a:xfrm>
            <a:custGeom>
              <a:avLst/>
              <a:gdLst/>
              <a:ahLst/>
              <a:cxnLst/>
              <a:rect l="l" t="t" r="r" b="b"/>
              <a:pathLst>
                <a:path w="15995" h="15488" extrusionOk="0">
                  <a:moveTo>
                    <a:pt x="2091" y="1"/>
                  </a:moveTo>
                  <a:lnTo>
                    <a:pt x="0" y="3147"/>
                  </a:lnTo>
                  <a:lnTo>
                    <a:pt x="15447" y="15488"/>
                  </a:lnTo>
                  <a:lnTo>
                    <a:pt x="15995" y="15163"/>
                  </a:lnTo>
                  <a:lnTo>
                    <a:pt x="209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38"/>
            <p:cNvSpPr/>
            <p:nvPr/>
          </p:nvSpPr>
          <p:spPr>
            <a:xfrm>
              <a:off x="1875125" y="2834400"/>
              <a:ext cx="613000" cy="789675"/>
            </a:xfrm>
            <a:custGeom>
              <a:avLst/>
              <a:gdLst/>
              <a:ahLst/>
              <a:cxnLst/>
              <a:rect l="l" t="t" r="r" b="b"/>
              <a:pathLst>
                <a:path w="24520" h="31587" extrusionOk="0">
                  <a:moveTo>
                    <a:pt x="11265" y="0"/>
                  </a:moveTo>
                  <a:lnTo>
                    <a:pt x="0" y="15427"/>
                  </a:lnTo>
                  <a:lnTo>
                    <a:pt x="13823" y="22247"/>
                  </a:lnTo>
                  <a:cubicBezTo>
                    <a:pt x="13823" y="22247"/>
                    <a:pt x="12057" y="24682"/>
                    <a:pt x="10656" y="27159"/>
                  </a:cubicBezTo>
                  <a:cubicBezTo>
                    <a:pt x="9362" y="29415"/>
                    <a:pt x="9617" y="31587"/>
                    <a:pt x="10656" y="31587"/>
                  </a:cubicBezTo>
                  <a:cubicBezTo>
                    <a:pt x="10757" y="31587"/>
                    <a:pt x="10866" y="31566"/>
                    <a:pt x="10981" y="31523"/>
                  </a:cubicBezTo>
                  <a:cubicBezTo>
                    <a:pt x="12280" y="31056"/>
                    <a:pt x="17862" y="26651"/>
                    <a:pt x="17862" y="26651"/>
                  </a:cubicBezTo>
                  <a:lnTo>
                    <a:pt x="24520" y="18877"/>
                  </a:lnTo>
                  <a:lnTo>
                    <a:pt x="1126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8"/>
            <p:cNvSpPr/>
            <p:nvPr/>
          </p:nvSpPr>
          <p:spPr>
            <a:xfrm>
              <a:off x="2149650" y="3482900"/>
              <a:ext cx="165450" cy="139575"/>
            </a:xfrm>
            <a:custGeom>
              <a:avLst/>
              <a:gdLst/>
              <a:ahLst/>
              <a:cxnLst/>
              <a:rect l="l" t="t" r="r" b="b"/>
              <a:pathLst>
                <a:path w="6618" h="5583" extrusionOk="0">
                  <a:moveTo>
                    <a:pt x="6374" y="1"/>
                  </a:moveTo>
                  <a:lnTo>
                    <a:pt x="0" y="5583"/>
                  </a:lnTo>
                  <a:cubicBezTo>
                    <a:pt x="1137" y="5177"/>
                    <a:pt x="5521" y="1787"/>
                    <a:pt x="6617" y="914"/>
                  </a:cubicBezTo>
                  <a:lnTo>
                    <a:pt x="637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38"/>
            <p:cNvSpPr/>
            <p:nvPr/>
          </p:nvSpPr>
          <p:spPr>
            <a:xfrm>
              <a:off x="2085200" y="2710575"/>
              <a:ext cx="78175" cy="234475"/>
            </a:xfrm>
            <a:custGeom>
              <a:avLst/>
              <a:gdLst/>
              <a:ahLst/>
              <a:cxnLst/>
              <a:rect l="l" t="t" r="r" b="b"/>
              <a:pathLst>
                <a:path w="3127" h="9379" extrusionOk="0">
                  <a:moveTo>
                    <a:pt x="1056" y="1"/>
                  </a:moveTo>
                  <a:lnTo>
                    <a:pt x="0" y="9378"/>
                  </a:lnTo>
                  <a:lnTo>
                    <a:pt x="3126" y="7917"/>
                  </a:lnTo>
                  <a:lnTo>
                    <a:pt x="10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8"/>
            <p:cNvSpPr/>
            <p:nvPr/>
          </p:nvSpPr>
          <p:spPr>
            <a:xfrm>
              <a:off x="2274225" y="3170325"/>
              <a:ext cx="378825" cy="364075"/>
            </a:xfrm>
            <a:custGeom>
              <a:avLst/>
              <a:gdLst/>
              <a:ahLst/>
              <a:cxnLst/>
              <a:rect l="l" t="t" r="r" b="b"/>
              <a:pathLst>
                <a:path w="15153" h="14563" extrusionOk="0">
                  <a:moveTo>
                    <a:pt x="10728" y="0"/>
                  </a:moveTo>
                  <a:cubicBezTo>
                    <a:pt x="10728" y="0"/>
                    <a:pt x="2182" y="4364"/>
                    <a:pt x="1127" y="6617"/>
                  </a:cubicBezTo>
                  <a:cubicBezTo>
                    <a:pt x="124" y="8758"/>
                    <a:pt x="1" y="14563"/>
                    <a:pt x="1871" y="14563"/>
                  </a:cubicBezTo>
                  <a:cubicBezTo>
                    <a:pt x="1969" y="14563"/>
                    <a:pt x="2073" y="14547"/>
                    <a:pt x="2182" y="14513"/>
                  </a:cubicBezTo>
                  <a:cubicBezTo>
                    <a:pt x="4374" y="13823"/>
                    <a:pt x="15152" y="3715"/>
                    <a:pt x="15152" y="3715"/>
                  </a:cubicBezTo>
                  <a:lnTo>
                    <a:pt x="14016" y="1259"/>
                  </a:lnTo>
                  <a:lnTo>
                    <a:pt x="1072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8"/>
            <p:cNvSpPr/>
            <p:nvPr/>
          </p:nvSpPr>
          <p:spPr>
            <a:xfrm>
              <a:off x="2448525" y="2879050"/>
              <a:ext cx="225825" cy="307025"/>
            </a:xfrm>
            <a:custGeom>
              <a:avLst/>
              <a:gdLst/>
              <a:ahLst/>
              <a:cxnLst/>
              <a:rect l="l" t="t" r="r" b="b"/>
              <a:pathLst>
                <a:path w="9033" h="12281" extrusionOk="0">
                  <a:moveTo>
                    <a:pt x="4364" y="1"/>
                  </a:moveTo>
                  <a:lnTo>
                    <a:pt x="0" y="610"/>
                  </a:lnTo>
                  <a:lnTo>
                    <a:pt x="3735" y="10718"/>
                  </a:lnTo>
                  <a:lnTo>
                    <a:pt x="7511" y="12281"/>
                  </a:lnTo>
                  <a:lnTo>
                    <a:pt x="9033" y="11266"/>
                  </a:lnTo>
                  <a:lnTo>
                    <a:pt x="436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8"/>
            <p:cNvSpPr/>
            <p:nvPr/>
          </p:nvSpPr>
          <p:spPr>
            <a:xfrm>
              <a:off x="2569800" y="2920150"/>
              <a:ext cx="104550" cy="250200"/>
            </a:xfrm>
            <a:custGeom>
              <a:avLst/>
              <a:gdLst/>
              <a:ahLst/>
              <a:cxnLst/>
              <a:rect l="l" t="t" r="r" b="b"/>
              <a:pathLst>
                <a:path w="4182" h="10008" extrusionOk="0">
                  <a:moveTo>
                    <a:pt x="1" y="1"/>
                  </a:moveTo>
                  <a:lnTo>
                    <a:pt x="3614" y="10007"/>
                  </a:lnTo>
                  <a:lnTo>
                    <a:pt x="4182" y="9622"/>
                  </a:lnTo>
                  <a:lnTo>
                    <a:pt x="18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8"/>
            <p:cNvSpPr/>
            <p:nvPr/>
          </p:nvSpPr>
          <p:spPr>
            <a:xfrm>
              <a:off x="2409950" y="2812575"/>
              <a:ext cx="168000" cy="168000"/>
            </a:xfrm>
            <a:custGeom>
              <a:avLst/>
              <a:gdLst/>
              <a:ahLst/>
              <a:cxnLst/>
              <a:rect l="l" t="t" r="r" b="b"/>
              <a:pathLst>
                <a:path w="6720" h="6720" extrusionOk="0">
                  <a:moveTo>
                    <a:pt x="3350" y="1"/>
                  </a:moveTo>
                  <a:cubicBezTo>
                    <a:pt x="1503" y="1"/>
                    <a:pt x="1" y="1503"/>
                    <a:pt x="1" y="3370"/>
                  </a:cubicBezTo>
                  <a:cubicBezTo>
                    <a:pt x="1" y="5217"/>
                    <a:pt x="1503" y="6719"/>
                    <a:pt x="3350" y="6719"/>
                  </a:cubicBezTo>
                  <a:cubicBezTo>
                    <a:pt x="5217" y="6719"/>
                    <a:pt x="6719" y="5217"/>
                    <a:pt x="6719" y="3370"/>
                  </a:cubicBezTo>
                  <a:cubicBezTo>
                    <a:pt x="6719" y="1503"/>
                    <a:pt x="5217" y="1"/>
                    <a:pt x="335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38"/>
            <p:cNvSpPr/>
            <p:nvPr/>
          </p:nvSpPr>
          <p:spPr>
            <a:xfrm>
              <a:off x="2491150" y="2812575"/>
              <a:ext cx="86800" cy="122325"/>
            </a:xfrm>
            <a:custGeom>
              <a:avLst/>
              <a:gdLst/>
              <a:ahLst/>
              <a:cxnLst/>
              <a:rect l="l" t="t" r="r" b="b"/>
              <a:pathLst>
                <a:path w="3472" h="4893" extrusionOk="0">
                  <a:moveTo>
                    <a:pt x="102" y="1"/>
                  </a:moveTo>
                  <a:cubicBezTo>
                    <a:pt x="61" y="1"/>
                    <a:pt x="41" y="21"/>
                    <a:pt x="0" y="21"/>
                  </a:cubicBezTo>
                  <a:cubicBezTo>
                    <a:pt x="1827" y="589"/>
                    <a:pt x="3147" y="2294"/>
                    <a:pt x="3147" y="4304"/>
                  </a:cubicBezTo>
                  <a:cubicBezTo>
                    <a:pt x="3147" y="4507"/>
                    <a:pt x="3126" y="4689"/>
                    <a:pt x="3106" y="4892"/>
                  </a:cubicBezTo>
                  <a:cubicBezTo>
                    <a:pt x="3329" y="4426"/>
                    <a:pt x="3471" y="3918"/>
                    <a:pt x="3471" y="3370"/>
                  </a:cubicBezTo>
                  <a:cubicBezTo>
                    <a:pt x="3471" y="1503"/>
                    <a:pt x="1949" y="1"/>
                    <a:pt x="10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38"/>
            <p:cNvSpPr/>
            <p:nvPr/>
          </p:nvSpPr>
          <p:spPr>
            <a:xfrm>
              <a:off x="2468825" y="3032800"/>
              <a:ext cx="112175" cy="124875"/>
            </a:xfrm>
            <a:custGeom>
              <a:avLst/>
              <a:gdLst/>
              <a:ahLst/>
              <a:cxnLst/>
              <a:rect l="l" t="t" r="r" b="b"/>
              <a:pathLst>
                <a:path w="4487" h="4995" extrusionOk="0">
                  <a:moveTo>
                    <a:pt x="995" y="1"/>
                  </a:moveTo>
                  <a:lnTo>
                    <a:pt x="0" y="2031"/>
                  </a:lnTo>
                  <a:lnTo>
                    <a:pt x="3471" y="4994"/>
                  </a:lnTo>
                  <a:lnTo>
                    <a:pt x="4486" y="2254"/>
                  </a:lnTo>
                  <a:lnTo>
                    <a:pt x="99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38"/>
            <p:cNvSpPr/>
            <p:nvPr/>
          </p:nvSpPr>
          <p:spPr>
            <a:xfrm>
              <a:off x="2241375" y="3068325"/>
              <a:ext cx="320675" cy="284350"/>
            </a:xfrm>
            <a:custGeom>
              <a:avLst/>
              <a:gdLst/>
              <a:ahLst/>
              <a:cxnLst/>
              <a:rect l="l" t="t" r="r" b="b"/>
              <a:pathLst>
                <a:path w="12827" h="11374" extrusionOk="0">
                  <a:moveTo>
                    <a:pt x="9078" y="1"/>
                  </a:moveTo>
                  <a:cubicBezTo>
                    <a:pt x="9078" y="1"/>
                    <a:pt x="1974" y="3187"/>
                    <a:pt x="918" y="5968"/>
                  </a:cubicBezTo>
                  <a:cubicBezTo>
                    <a:pt x="1" y="8323"/>
                    <a:pt x="974" y="11373"/>
                    <a:pt x="2250" y="11373"/>
                  </a:cubicBezTo>
                  <a:cubicBezTo>
                    <a:pt x="2470" y="11373"/>
                    <a:pt x="2698" y="11283"/>
                    <a:pt x="2928" y="11083"/>
                  </a:cubicBezTo>
                  <a:cubicBezTo>
                    <a:pt x="4494" y="9758"/>
                    <a:pt x="12115" y="4383"/>
                    <a:pt x="12557" y="4383"/>
                  </a:cubicBezTo>
                  <a:cubicBezTo>
                    <a:pt x="12562" y="4383"/>
                    <a:pt x="12566" y="4384"/>
                    <a:pt x="12569" y="4385"/>
                  </a:cubicBezTo>
                  <a:cubicBezTo>
                    <a:pt x="12576" y="4387"/>
                    <a:pt x="12583" y="4389"/>
                    <a:pt x="12589" y="4389"/>
                  </a:cubicBezTo>
                  <a:cubicBezTo>
                    <a:pt x="12826" y="4389"/>
                    <a:pt x="12285" y="2457"/>
                    <a:pt x="12285" y="2457"/>
                  </a:cubicBezTo>
                  <a:lnTo>
                    <a:pt x="907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38"/>
            <p:cNvSpPr/>
            <p:nvPr/>
          </p:nvSpPr>
          <p:spPr>
            <a:xfrm>
              <a:off x="2127325" y="3042950"/>
              <a:ext cx="143625" cy="232950"/>
            </a:xfrm>
            <a:custGeom>
              <a:avLst/>
              <a:gdLst/>
              <a:ahLst/>
              <a:cxnLst/>
              <a:rect l="l" t="t" r="r" b="b"/>
              <a:pathLst>
                <a:path w="5745" h="9318" extrusionOk="0">
                  <a:moveTo>
                    <a:pt x="1624" y="1"/>
                  </a:moveTo>
                  <a:lnTo>
                    <a:pt x="0" y="1016"/>
                  </a:lnTo>
                  <a:lnTo>
                    <a:pt x="3512" y="9317"/>
                  </a:lnTo>
                  <a:lnTo>
                    <a:pt x="5744" y="8018"/>
                  </a:lnTo>
                  <a:lnTo>
                    <a:pt x="162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38"/>
            <p:cNvSpPr/>
            <p:nvPr/>
          </p:nvSpPr>
          <p:spPr>
            <a:xfrm>
              <a:off x="2457150" y="2908475"/>
              <a:ext cx="146675" cy="203000"/>
            </a:xfrm>
            <a:custGeom>
              <a:avLst/>
              <a:gdLst/>
              <a:ahLst/>
              <a:cxnLst/>
              <a:rect l="l" t="t" r="r" b="b"/>
              <a:pathLst>
                <a:path w="5867" h="8120" extrusionOk="0">
                  <a:moveTo>
                    <a:pt x="2213" y="1"/>
                  </a:moveTo>
                  <a:lnTo>
                    <a:pt x="1" y="1645"/>
                  </a:lnTo>
                  <a:lnTo>
                    <a:pt x="447" y="6395"/>
                  </a:lnTo>
                  <a:lnTo>
                    <a:pt x="3938" y="8120"/>
                  </a:lnTo>
                  <a:lnTo>
                    <a:pt x="5867" y="6395"/>
                  </a:lnTo>
                  <a:lnTo>
                    <a:pt x="4628" y="1401"/>
                  </a:lnTo>
                  <a:lnTo>
                    <a:pt x="221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38"/>
            <p:cNvSpPr/>
            <p:nvPr/>
          </p:nvSpPr>
          <p:spPr>
            <a:xfrm>
              <a:off x="2103975" y="2658325"/>
              <a:ext cx="396850" cy="351675"/>
            </a:xfrm>
            <a:custGeom>
              <a:avLst/>
              <a:gdLst/>
              <a:ahLst/>
              <a:cxnLst/>
              <a:rect l="l" t="t" r="r" b="b"/>
              <a:pathLst>
                <a:path w="15874" h="14067" extrusionOk="0">
                  <a:moveTo>
                    <a:pt x="0" y="0"/>
                  </a:moveTo>
                  <a:lnTo>
                    <a:pt x="1502" y="10311"/>
                  </a:lnTo>
                  <a:lnTo>
                    <a:pt x="10961" y="14066"/>
                  </a:lnTo>
                  <a:lnTo>
                    <a:pt x="15873" y="9276"/>
                  </a:lnTo>
                  <a:lnTo>
                    <a:pt x="15589" y="5663"/>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38"/>
            <p:cNvSpPr/>
            <p:nvPr/>
          </p:nvSpPr>
          <p:spPr>
            <a:xfrm>
              <a:off x="2103975" y="2658325"/>
              <a:ext cx="396850" cy="231925"/>
            </a:xfrm>
            <a:custGeom>
              <a:avLst/>
              <a:gdLst/>
              <a:ahLst/>
              <a:cxnLst/>
              <a:rect l="l" t="t" r="r" b="b"/>
              <a:pathLst>
                <a:path w="15874" h="9277" extrusionOk="0">
                  <a:moveTo>
                    <a:pt x="0" y="0"/>
                  </a:moveTo>
                  <a:lnTo>
                    <a:pt x="305" y="2091"/>
                  </a:lnTo>
                  <a:lnTo>
                    <a:pt x="14594" y="6780"/>
                  </a:lnTo>
                  <a:lnTo>
                    <a:pt x="15873" y="9276"/>
                  </a:lnTo>
                  <a:lnTo>
                    <a:pt x="15589" y="5663"/>
                  </a:ln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38"/>
            <p:cNvSpPr/>
            <p:nvPr/>
          </p:nvSpPr>
          <p:spPr>
            <a:xfrm>
              <a:off x="2128325" y="2827800"/>
              <a:ext cx="303475" cy="182200"/>
            </a:xfrm>
            <a:custGeom>
              <a:avLst/>
              <a:gdLst/>
              <a:ahLst/>
              <a:cxnLst/>
              <a:rect l="l" t="t" r="r" b="b"/>
              <a:pathLst>
                <a:path w="12139" h="7288" extrusionOk="0">
                  <a:moveTo>
                    <a:pt x="1" y="1"/>
                  </a:moveTo>
                  <a:lnTo>
                    <a:pt x="528" y="3532"/>
                  </a:lnTo>
                  <a:lnTo>
                    <a:pt x="9987" y="7287"/>
                  </a:lnTo>
                  <a:lnTo>
                    <a:pt x="12139" y="5319"/>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38"/>
            <p:cNvSpPr/>
            <p:nvPr/>
          </p:nvSpPr>
          <p:spPr>
            <a:xfrm>
              <a:off x="1742675" y="2677100"/>
              <a:ext cx="369950" cy="586100"/>
            </a:xfrm>
            <a:custGeom>
              <a:avLst/>
              <a:gdLst/>
              <a:ahLst/>
              <a:cxnLst/>
              <a:rect l="l" t="t" r="r" b="b"/>
              <a:pathLst>
                <a:path w="14798" h="23444" extrusionOk="0">
                  <a:moveTo>
                    <a:pt x="14797" y="0"/>
                  </a:moveTo>
                  <a:lnTo>
                    <a:pt x="0" y="13803"/>
                  </a:lnTo>
                  <a:lnTo>
                    <a:pt x="3126" y="23444"/>
                  </a:lnTo>
                  <a:lnTo>
                    <a:pt x="7511" y="21922"/>
                  </a:lnTo>
                  <a:lnTo>
                    <a:pt x="14757" y="10250"/>
                  </a:lnTo>
                  <a:lnTo>
                    <a:pt x="1479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38"/>
            <p:cNvSpPr/>
            <p:nvPr/>
          </p:nvSpPr>
          <p:spPr>
            <a:xfrm>
              <a:off x="1803050" y="2812575"/>
              <a:ext cx="308550" cy="450625"/>
            </a:xfrm>
            <a:custGeom>
              <a:avLst/>
              <a:gdLst/>
              <a:ahLst/>
              <a:cxnLst/>
              <a:rect l="l" t="t" r="r" b="b"/>
              <a:pathLst>
                <a:path w="12342" h="18025" extrusionOk="0">
                  <a:moveTo>
                    <a:pt x="12342" y="1"/>
                  </a:moveTo>
                  <a:lnTo>
                    <a:pt x="1" y="15873"/>
                  </a:lnTo>
                  <a:lnTo>
                    <a:pt x="711" y="18025"/>
                  </a:lnTo>
                  <a:lnTo>
                    <a:pt x="5096" y="16503"/>
                  </a:lnTo>
                  <a:lnTo>
                    <a:pt x="12342" y="4831"/>
                  </a:lnTo>
                  <a:lnTo>
                    <a:pt x="1234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38"/>
            <p:cNvSpPr/>
            <p:nvPr/>
          </p:nvSpPr>
          <p:spPr>
            <a:xfrm>
              <a:off x="1609225" y="2745100"/>
              <a:ext cx="220750" cy="260850"/>
            </a:xfrm>
            <a:custGeom>
              <a:avLst/>
              <a:gdLst/>
              <a:ahLst/>
              <a:cxnLst/>
              <a:rect l="l" t="t" r="r" b="b"/>
              <a:pathLst>
                <a:path w="8830" h="10434" extrusionOk="0">
                  <a:moveTo>
                    <a:pt x="2619" y="0"/>
                  </a:moveTo>
                  <a:lnTo>
                    <a:pt x="0" y="3552"/>
                  </a:lnTo>
                  <a:lnTo>
                    <a:pt x="8282" y="10433"/>
                  </a:lnTo>
                  <a:lnTo>
                    <a:pt x="8830" y="9804"/>
                  </a:lnTo>
                  <a:lnTo>
                    <a:pt x="261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38"/>
            <p:cNvSpPr/>
            <p:nvPr/>
          </p:nvSpPr>
          <p:spPr>
            <a:xfrm>
              <a:off x="411650" y="3545825"/>
              <a:ext cx="987000" cy="1167150"/>
            </a:xfrm>
            <a:custGeom>
              <a:avLst/>
              <a:gdLst/>
              <a:ahLst/>
              <a:cxnLst/>
              <a:rect l="l" t="t" r="r" b="b"/>
              <a:pathLst>
                <a:path w="39480" h="46686" extrusionOk="0">
                  <a:moveTo>
                    <a:pt x="23242" y="1"/>
                  </a:moveTo>
                  <a:lnTo>
                    <a:pt x="1" y="35176"/>
                  </a:lnTo>
                  <a:lnTo>
                    <a:pt x="31462" y="46685"/>
                  </a:lnTo>
                  <a:lnTo>
                    <a:pt x="39480" y="12971"/>
                  </a:lnTo>
                  <a:lnTo>
                    <a:pt x="2324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38"/>
            <p:cNvSpPr/>
            <p:nvPr/>
          </p:nvSpPr>
          <p:spPr>
            <a:xfrm>
              <a:off x="1038350" y="2851750"/>
              <a:ext cx="958575" cy="1010250"/>
            </a:xfrm>
            <a:custGeom>
              <a:avLst/>
              <a:gdLst/>
              <a:ahLst/>
              <a:cxnLst/>
              <a:rect l="l" t="t" r="r" b="b"/>
              <a:pathLst>
                <a:path w="38343" h="40410" extrusionOk="0">
                  <a:moveTo>
                    <a:pt x="20910" y="0"/>
                  </a:moveTo>
                  <a:cubicBezTo>
                    <a:pt x="20694" y="0"/>
                    <a:pt x="20501" y="24"/>
                    <a:pt x="20339" y="78"/>
                  </a:cubicBezTo>
                  <a:cubicBezTo>
                    <a:pt x="18816" y="606"/>
                    <a:pt x="17071" y="1275"/>
                    <a:pt x="16665" y="1742"/>
                  </a:cubicBezTo>
                  <a:cubicBezTo>
                    <a:pt x="15893" y="2574"/>
                    <a:pt x="15731" y="4949"/>
                    <a:pt x="14412" y="6634"/>
                  </a:cubicBezTo>
                  <a:cubicBezTo>
                    <a:pt x="13092" y="8339"/>
                    <a:pt x="0" y="24232"/>
                    <a:pt x="0" y="24232"/>
                  </a:cubicBezTo>
                  <a:lnTo>
                    <a:pt x="427" y="28210"/>
                  </a:lnTo>
                  <a:lnTo>
                    <a:pt x="14960" y="40409"/>
                  </a:lnTo>
                  <a:cubicBezTo>
                    <a:pt x="14960" y="40409"/>
                    <a:pt x="31543" y="35091"/>
                    <a:pt x="34588" y="31925"/>
                  </a:cubicBezTo>
                  <a:cubicBezTo>
                    <a:pt x="37632" y="28779"/>
                    <a:pt x="38343" y="24557"/>
                    <a:pt x="38343" y="24557"/>
                  </a:cubicBezTo>
                  <a:lnTo>
                    <a:pt x="32680" y="13555"/>
                  </a:lnTo>
                  <a:lnTo>
                    <a:pt x="31989" y="6898"/>
                  </a:lnTo>
                  <a:lnTo>
                    <a:pt x="25210" y="1255"/>
                  </a:lnTo>
                  <a:cubicBezTo>
                    <a:pt x="25210" y="1255"/>
                    <a:pt x="22480" y="0"/>
                    <a:pt x="209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38"/>
            <p:cNvSpPr/>
            <p:nvPr/>
          </p:nvSpPr>
          <p:spPr>
            <a:xfrm>
              <a:off x="1299175" y="3440950"/>
              <a:ext cx="697750" cy="400750"/>
            </a:xfrm>
            <a:custGeom>
              <a:avLst/>
              <a:gdLst/>
              <a:ahLst/>
              <a:cxnLst/>
              <a:rect l="l" t="t" r="r" b="b"/>
              <a:pathLst>
                <a:path w="27910" h="16030" extrusionOk="0">
                  <a:moveTo>
                    <a:pt x="2935" y="1"/>
                  </a:moveTo>
                  <a:cubicBezTo>
                    <a:pt x="2147" y="1"/>
                    <a:pt x="1543" y="867"/>
                    <a:pt x="1543" y="867"/>
                  </a:cubicBezTo>
                  <a:cubicBezTo>
                    <a:pt x="0" y="10305"/>
                    <a:pt x="6069" y="15238"/>
                    <a:pt x="6942" y="16029"/>
                  </a:cubicBezTo>
                  <a:cubicBezTo>
                    <a:pt x="11671" y="14426"/>
                    <a:pt x="21841" y="10772"/>
                    <a:pt x="24155" y="8357"/>
                  </a:cubicBezTo>
                  <a:cubicBezTo>
                    <a:pt x="27199" y="5211"/>
                    <a:pt x="27910" y="989"/>
                    <a:pt x="27910" y="989"/>
                  </a:cubicBezTo>
                  <a:lnTo>
                    <a:pt x="27605" y="380"/>
                  </a:lnTo>
                  <a:lnTo>
                    <a:pt x="20379" y="3424"/>
                  </a:lnTo>
                  <a:cubicBezTo>
                    <a:pt x="20379" y="3424"/>
                    <a:pt x="16034" y="1233"/>
                    <a:pt x="12989" y="1233"/>
                  </a:cubicBezTo>
                  <a:cubicBezTo>
                    <a:pt x="12113" y="1233"/>
                    <a:pt x="11345" y="1415"/>
                    <a:pt x="10819" y="1882"/>
                  </a:cubicBezTo>
                  <a:cubicBezTo>
                    <a:pt x="9940" y="2669"/>
                    <a:pt x="8969" y="2999"/>
                    <a:pt x="8031" y="2999"/>
                  </a:cubicBezTo>
                  <a:cubicBezTo>
                    <a:pt x="6477" y="2999"/>
                    <a:pt x="5012" y="2094"/>
                    <a:pt x="4202" y="867"/>
                  </a:cubicBezTo>
                  <a:cubicBezTo>
                    <a:pt x="3769" y="217"/>
                    <a:pt x="3329" y="1"/>
                    <a:pt x="293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38"/>
            <p:cNvSpPr/>
            <p:nvPr/>
          </p:nvSpPr>
          <p:spPr>
            <a:xfrm>
              <a:off x="1187525" y="3150525"/>
              <a:ext cx="162425" cy="180675"/>
            </a:xfrm>
            <a:custGeom>
              <a:avLst/>
              <a:gdLst/>
              <a:ahLst/>
              <a:cxnLst/>
              <a:rect l="l" t="t" r="r" b="b"/>
              <a:pathLst>
                <a:path w="6497" h="7227" extrusionOk="0">
                  <a:moveTo>
                    <a:pt x="6435" y="1"/>
                  </a:moveTo>
                  <a:cubicBezTo>
                    <a:pt x="6435" y="1"/>
                    <a:pt x="6029" y="1665"/>
                    <a:pt x="3959" y="4060"/>
                  </a:cubicBezTo>
                  <a:cubicBezTo>
                    <a:pt x="1868" y="6435"/>
                    <a:pt x="1" y="7227"/>
                    <a:pt x="1" y="7227"/>
                  </a:cubicBezTo>
                  <a:cubicBezTo>
                    <a:pt x="1" y="7227"/>
                    <a:pt x="3046" y="6740"/>
                    <a:pt x="4771" y="4466"/>
                  </a:cubicBezTo>
                  <a:cubicBezTo>
                    <a:pt x="6496" y="2213"/>
                    <a:pt x="6435" y="1"/>
                    <a:pt x="64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38"/>
            <p:cNvSpPr/>
            <p:nvPr/>
          </p:nvSpPr>
          <p:spPr>
            <a:xfrm>
              <a:off x="1821325" y="3009975"/>
              <a:ext cx="33000" cy="171025"/>
            </a:xfrm>
            <a:custGeom>
              <a:avLst/>
              <a:gdLst/>
              <a:ahLst/>
              <a:cxnLst/>
              <a:rect l="l" t="t" r="r" b="b"/>
              <a:pathLst>
                <a:path w="1320" h="6841" extrusionOk="0">
                  <a:moveTo>
                    <a:pt x="1" y="0"/>
                  </a:moveTo>
                  <a:lnTo>
                    <a:pt x="346" y="1502"/>
                  </a:lnTo>
                  <a:lnTo>
                    <a:pt x="589" y="6699"/>
                  </a:lnTo>
                  <a:lnTo>
                    <a:pt x="1320" y="6841"/>
                  </a:lnTo>
                  <a:lnTo>
                    <a:pt x="1320" y="6841"/>
                  </a:lnTo>
                  <a:lnTo>
                    <a:pt x="670" y="569"/>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38"/>
            <p:cNvSpPr/>
            <p:nvPr/>
          </p:nvSpPr>
          <p:spPr>
            <a:xfrm>
              <a:off x="1442275" y="3649850"/>
              <a:ext cx="460775" cy="191850"/>
            </a:xfrm>
            <a:custGeom>
              <a:avLst/>
              <a:gdLst/>
              <a:ahLst/>
              <a:cxnLst/>
              <a:rect l="l" t="t" r="r" b="b"/>
              <a:pathLst>
                <a:path w="18431" h="7674" extrusionOk="0">
                  <a:moveTo>
                    <a:pt x="18431" y="1"/>
                  </a:moveTo>
                  <a:lnTo>
                    <a:pt x="18431" y="1"/>
                  </a:lnTo>
                  <a:cubicBezTo>
                    <a:pt x="18430" y="1"/>
                    <a:pt x="14310" y="2152"/>
                    <a:pt x="9926" y="3776"/>
                  </a:cubicBezTo>
                  <a:cubicBezTo>
                    <a:pt x="5521" y="5420"/>
                    <a:pt x="0" y="6435"/>
                    <a:pt x="0" y="6435"/>
                  </a:cubicBezTo>
                  <a:lnTo>
                    <a:pt x="1218" y="7673"/>
                  </a:lnTo>
                  <a:cubicBezTo>
                    <a:pt x="5947" y="6070"/>
                    <a:pt x="16117" y="2416"/>
                    <a:pt x="184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8"/>
            <p:cNvSpPr/>
            <p:nvPr/>
          </p:nvSpPr>
          <p:spPr>
            <a:xfrm>
              <a:off x="1130700" y="3093200"/>
              <a:ext cx="207050" cy="252225"/>
            </a:xfrm>
            <a:custGeom>
              <a:avLst/>
              <a:gdLst/>
              <a:ahLst/>
              <a:cxnLst/>
              <a:rect l="l" t="t" r="r" b="b"/>
              <a:pathLst>
                <a:path w="8282" h="10089" extrusionOk="0">
                  <a:moveTo>
                    <a:pt x="8282" y="0"/>
                  </a:moveTo>
                  <a:cubicBezTo>
                    <a:pt x="5988" y="2801"/>
                    <a:pt x="2578" y="6942"/>
                    <a:pt x="1" y="10088"/>
                  </a:cubicBezTo>
                  <a:lnTo>
                    <a:pt x="1218" y="10088"/>
                  </a:lnTo>
                  <a:lnTo>
                    <a:pt x="8282" y="1604"/>
                  </a:lnTo>
                  <a:lnTo>
                    <a:pt x="82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38"/>
            <p:cNvSpPr/>
            <p:nvPr/>
          </p:nvSpPr>
          <p:spPr>
            <a:xfrm>
              <a:off x="1674675" y="3399175"/>
              <a:ext cx="322250" cy="255225"/>
            </a:xfrm>
            <a:custGeom>
              <a:avLst/>
              <a:gdLst/>
              <a:ahLst/>
              <a:cxnLst/>
              <a:rect l="l" t="t" r="r" b="b"/>
              <a:pathLst>
                <a:path w="12890" h="10209" extrusionOk="0">
                  <a:moveTo>
                    <a:pt x="11509" y="1"/>
                  </a:moveTo>
                  <a:lnTo>
                    <a:pt x="1" y="9987"/>
                  </a:lnTo>
                  <a:cubicBezTo>
                    <a:pt x="1" y="9987"/>
                    <a:pt x="1571" y="10209"/>
                    <a:pt x="3775" y="10209"/>
                  </a:cubicBezTo>
                  <a:cubicBezTo>
                    <a:pt x="5460" y="10209"/>
                    <a:pt x="7515" y="10079"/>
                    <a:pt x="9520" y="9622"/>
                  </a:cubicBezTo>
                  <a:cubicBezTo>
                    <a:pt x="12240" y="6516"/>
                    <a:pt x="12890" y="2660"/>
                    <a:pt x="12890" y="2660"/>
                  </a:cubicBezTo>
                  <a:lnTo>
                    <a:pt x="1150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38"/>
            <p:cNvSpPr/>
            <p:nvPr/>
          </p:nvSpPr>
          <p:spPr>
            <a:xfrm>
              <a:off x="1674675" y="2483750"/>
              <a:ext cx="466875" cy="506450"/>
            </a:xfrm>
            <a:custGeom>
              <a:avLst/>
              <a:gdLst/>
              <a:ahLst/>
              <a:cxnLst/>
              <a:rect l="l" t="t" r="r" b="b"/>
              <a:pathLst>
                <a:path w="18675" h="20258" extrusionOk="0">
                  <a:moveTo>
                    <a:pt x="14777" y="1"/>
                  </a:moveTo>
                  <a:lnTo>
                    <a:pt x="12220" y="224"/>
                  </a:lnTo>
                  <a:lnTo>
                    <a:pt x="1" y="10454"/>
                  </a:lnTo>
                  <a:lnTo>
                    <a:pt x="731" y="15021"/>
                  </a:lnTo>
                  <a:lnTo>
                    <a:pt x="6212" y="20258"/>
                  </a:lnTo>
                  <a:lnTo>
                    <a:pt x="7511" y="20258"/>
                  </a:lnTo>
                  <a:lnTo>
                    <a:pt x="18674" y="7734"/>
                  </a:lnTo>
                  <a:lnTo>
                    <a:pt x="18674" y="5035"/>
                  </a:lnTo>
                  <a:lnTo>
                    <a:pt x="147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38"/>
            <p:cNvSpPr/>
            <p:nvPr/>
          </p:nvSpPr>
          <p:spPr>
            <a:xfrm>
              <a:off x="2062350" y="2248825"/>
              <a:ext cx="431350" cy="358275"/>
            </a:xfrm>
            <a:custGeom>
              <a:avLst/>
              <a:gdLst/>
              <a:ahLst/>
              <a:cxnLst/>
              <a:rect l="l" t="t" r="r" b="b"/>
              <a:pathLst>
                <a:path w="17254" h="14331" extrusionOk="0">
                  <a:moveTo>
                    <a:pt x="12971" y="0"/>
                  </a:moveTo>
                  <a:lnTo>
                    <a:pt x="630" y="6658"/>
                  </a:lnTo>
                  <a:lnTo>
                    <a:pt x="1" y="8972"/>
                  </a:lnTo>
                  <a:lnTo>
                    <a:pt x="4000" y="13924"/>
                  </a:lnTo>
                  <a:lnTo>
                    <a:pt x="6374" y="14330"/>
                  </a:lnTo>
                  <a:lnTo>
                    <a:pt x="16970" y="7165"/>
                  </a:lnTo>
                  <a:lnTo>
                    <a:pt x="17254" y="4689"/>
                  </a:lnTo>
                  <a:lnTo>
                    <a:pt x="15001" y="568"/>
                  </a:lnTo>
                  <a:lnTo>
                    <a:pt x="1297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38"/>
            <p:cNvSpPr/>
            <p:nvPr/>
          </p:nvSpPr>
          <p:spPr>
            <a:xfrm>
              <a:off x="2457150" y="2156650"/>
              <a:ext cx="367575" cy="240350"/>
            </a:xfrm>
            <a:custGeom>
              <a:avLst/>
              <a:gdLst/>
              <a:ahLst/>
              <a:cxnLst/>
              <a:rect l="l" t="t" r="r" b="b"/>
              <a:pathLst>
                <a:path w="14703" h="9614" extrusionOk="0">
                  <a:moveTo>
                    <a:pt x="12878" y="1"/>
                  </a:moveTo>
                  <a:cubicBezTo>
                    <a:pt x="12768" y="1"/>
                    <a:pt x="12657" y="11"/>
                    <a:pt x="12544" y="33"/>
                  </a:cubicBezTo>
                  <a:lnTo>
                    <a:pt x="1807" y="2104"/>
                  </a:lnTo>
                  <a:lnTo>
                    <a:pt x="1" y="3971"/>
                  </a:lnTo>
                  <a:lnTo>
                    <a:pt x="2132" y="8254"/>
                  </a:lnTo>
                  <a:lnTo>
                    <a:pt x="3837" y="9614"/>
                  </a:lnTo>
                  <a:lnTo>
                    <a:pt x="9967" y="7564"/>
                  </a:lnTo>
                  <a:cubicBezTo>
                    <a:pt x="12463" y="6732"/>
                    <a:pt x="14249" y="4540"/>
                    <a:pt x="14574" y="1921"/>
                  </a:cubicBezTo>
                  <a:cubicBezTo>
                    <a:pt x="14702" y="879"/>
                    <a:pt x="13874" y="1"/>
                    <a:pt x="1287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38"/>
            <p:cNvSpPr/>
            <p:nvPr/>
          </p:nvSpPr>
          <p:spPr>
            <a:xfrm>
              <a:off x="1630525" y="3068325"/>
              <a:ext cx="600325" cy="554150"/>
            </a:xfrm>
            <a:custGeom>
              <a:avLst/>
              <a:gdLst/>
              <a:ahLst/>
              <a:cxnLst/>
              <a:rect l="l" t="t" r="r" b="b"/>
              <a:pathLst>
                <a:path w="24013" h="22166" extrusionOk="0">
                  <a:moveTo>
                    <a:pt x="19202" y="1"/>
                  </a:moveTo>
                  <a:lnTo>
                    <a:pt x="1" y="10068"/>
                  </a:lnTo>
                  <a:lnTo>
                    <a:pt x="6841" y="22166"/>
                  </a:lnTo>
                  <a:cubicBezTo>
                    <a:pt x="6841" y="22166"/>
                    <a:pt x="23628" y="8728"/>
                    <a:pt x="23728" y="8728"/>
                  </a:cubicBezTo>
                  <a:cubicBezTo>
                    <a:pt x="23728" y="8728"/>
                    <a:pt x="23729" y="8728"/>
                    <a:pt x="23729" y="8729"/>
                  </a:cubicBezTo>
                  <a:cubicBezTo>
                    <a:pt x="23729" y="8730"/>
                    <a:pt x="23729" y="8731"/>
                    <a:pt x="23729" y="8731"/>
                  </a:cubicBezTo>
                  <a:cubicBezTo>
                    <a:pt x="23741" y="8731"/>
                    <a:pt x="24013" y="6942"/>
                    <a:pt x="24013" y="6942"/>
                  </a:cubicBezTo>
                  <a:lnTo>
                    <a:pt x="2044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38"/>
            <p:cNvSpPr/>
            <p:nvPr/>
          </p:nvSpPr>
          <p:spPr>
            <a:xfrm>
              <a:off x="2167900" y="2926925"/>
              <a:ext cx="374025" cy="324100"/>
            </a:xfrm>
            <a:custGeom>
              <a:avLst/>
              <a:gdLst/>
              <a:ahLst/>
              <a:cxnLst/>
              <a:rect l="l" t="t" r="r" b="b"/>
              <a:pathLst>
                <a:path w="14961" h="12964" extrusionOk="0">
                  <a:moveTo>
                    <a:pt x="10957" y="1"/>
                  </a:moveTo>
                  <a:cubicBezTo>
                    <a:pt x="7302" y="1"/>
                    <a:pt x="1" y="4175"/>
                    <a:pt x="1" y="4175"/>
                  </a:cubicBezTo>
                  <a:lnTo>
                    <a:pt x="1" y="5657"/>
                  </a:lnTo>
                  <a:lnTo>
                    <a:pt x="3066" y="12071"/>
                  </a:lnTo>
                  <a:lnTo>
                    <a:pt x="4629" y="12964"/>
                  </a:lnTo>
                  <a:cubicBezTo>
                    <a:pt x="4629" y="12964"/>
                    <a:pt x="10332" y="8803"/>
                    <a:pt x="11916" y="7098"/>
                  </a:cubicBezTo>
                  <a:cubicBezTo>
                    <a:pt x="13479" y="5413"/>
                    <a:pt x="14960" y="2084"/>
                    <a:pt x="12362" y="339"/>
                  </a:cubicBezTo>
                  <a:cubicBezTo>
                    <a:pt x="12011" y="103"/>
                    <a:pt x="11528" y="1"/>
                    <a:pt x="1095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38"/>
            <p:cNvSpPr/>
            <p:nvPr/>
          </p:nvSpPr>
          <p:spPr>
            <a:xfrm>
              <a:off x="1742675" y="2998300"/>
              <a:ext cx="770825" cy="624175"/>
            </a:xfrm>
            <a:custGeom>
              <a:avLst/>
              <a:gdLst/>
              <a:ahLst/>
              <a:cxnLst/>
              <a:rect l="l" t="t" r="r" b="b"/>
              <a:pathLst>
                <a:path w="30833" h="24967" extrusionOk="0">
                  <a:moveTo>
                    <a:pt x="30772" y="1"/>
                  </a:moveTo>
                  <a:lnTo>
                    <a:pt x="30772" y="1"/>
                  </a:lnTo>
                  <a:cubicBezTo>
                    <a:pt x="30163" y="1198"/>
                    <a:pt x="28965" y="3086"/>
                    <a:pt x="26976" y="4527"/>
                  </a:cubicBezTo>
                  <a:cubicBezTo>
                    <a:pt x="23850" y="6780"/>
                    <a:pt x="22389" y="7511"/>
                    <a:pt x="22389" y="7511"/>
                  </a:cubicBezTo>
                  <a:lnTo>
                    <a:pt x="21678" y="5664"/>
                  </a:lnTo>
                  <a:lnTo>
                    <a:pt x="16401" y="9317"/>
                  </a:lnTo>
                  <a:lnTo>
                    <a:pt x="17862" y="10596"/>
                  </a:lnTo>
                  <a:lnTo>
                    <a:pt x="5846" y="19385"/>
                  </a:lnTo>
                  <a:cubicBezTo>
                    <a:pt x="5846" y="19385"/>
                    <a:pt x="5197" y="17741"/>
                    <a:pt x="4547" y="16624"/>
                  </a:cubicBezTo>
                  <a:cubicBezTo>
                    <a:pt x="4515" y="16566"/>
                    <a:pt x="4461" y="16539"/>
                    <a:pt x="4388" y="16539"/>
                  </a:cubicBezTo>
                  <a:cubicBezTo>
                    <a:pt x="3770" y="16539"/>
                    <a:pt x="1780" y="18516"/>
                    <a:pt x="0" y="20785"/>
                  </a:cubicBezTo>
                  <a:lnTo>
                    <a:pt x="2355" y="24967"/>
                  </a:lnTo>
                  <a:cubicBezTo>
                    <a:pt x="2355" y="24967"/>
                    <a:pt x="19142" y="11529"/>
                    <a:pt x="19242" y="11529"/>
                  </a:cubicBezTo>
                  <a:cubicBezTo>
                    <a:pt x="19242" y="11529"/>
                    <a:pt x="19243" y="11529"/>
                    <a:pt x="19243" y="11530"/>
                  </a:cubicBezTo>
                  <a:cubicBezTo>
                    <a:pt x="19243" y="11531"/>
                    <a:pt x="19243" y="11532"/>
                    <a:pt x="19243" y="11532"/>
                  </a:cubicBezTo>
                  <a:cubicBezTo>
                    <a:pt x="19255" y="11532"/>
                    <a:pt x="19527" y="9743"/>
                    <a:pt x="19527" y="9743"/>
                  </a:cubicBezTo>
                  <a:lnTo>
                    <a:pt x="19466" y="9642"/>
                  </a:lnTo>
                  <a:cubicBezTo>
                    <a:pt x="19730" y="9540"/>
                    <a:pt x="19973" y="9419"/>
                    <a:pt x="20176" y="9277"/>
                  </a:cubicBezTo>
                  <a:lnTo>
                    <a:pt x="21638" y="10109"/>
                  </a:lnTo>
                  <a:cubicBezTo>
                    <a:pt x="21638" y="10109"/>
                    <a:pt x="27341" y="5948"/>
                    <a:pt x="28925" y="4243"/>
                  </a:cubicBezTo>
                  <a:cubicBezTo>
                    <a:pt x="29899" y="3208"/>
                    <a:pt x="30833" y="1543"/>
                    <a:pt x="307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38"/>
            <p:cNvSpPr/>
            <p:nvPr/>
          </p:nvSpPr>
          <p:spPr>
            <a:xfrm>
              <a:off x="1793425" y="3269275"/>
              <a:ext cx="433375" cy="353200"/>
            </a:xfrm>
            <a:custGeom>
              <a:avLst/>
              <a:gdLst/>
              <a:ahLst/>
              <a:cxnLst/>
              <a:rect l="l" t="t" r="r" b="b"/>
              <a:pathLst>
                <a:path w="17335" h="14128" extrusionOk="0">
                  <a:moveTo>
                    <a:pt x="17334" y="0"/>
                  </a:moveTo>
                  <a:lnTo>
                    <a:pt x="0" y="13194"/>
                  </a:lnTo>
                  <a:lnTo>
                    <a:pt x="325" y="14128"/>
                  </a:lnTo>
                  <a:lnTo>
                    <a:pt x="17213" y="691"/>
                  </a:lnTo>
                  <a:lnTo>
                    <a:pt x="173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38"/>
            <p:cNvSpPr/>
            <p:nvPr/>
          </p:nvSpPr>
          <p:spPr>
            <a:xfrm>
              <a:off x="1535125" y="3314950"/>
              <a:ext cx="336475" cy="336450"/>
            </a:xfrm>
            <a:custGeom>
              <a:avLst/>
              <a:gdLst/>
              <a:ahLst/>
              <a:cxnLst/>
              <a:rect l="l" t="t" r="r" b="b"/>
              <a:pathLst>
                <a:path w="13459" h="13458" extrusionOk="0">
                  <a:moveTo>
                    <a:pt x="6719" y="0"/>
                  </a:moveTo>
                  <a:cubicBezTo>
                    <a:pt x="3005" y="0"/>
                    <a:pt x="1" y="3004"/>
                    <a:pt x="1" y="6719"/>
                  </a:cubicBezTo>
                  <a:cubicBezTo>
                    <a:pt x="1" y="10433"/>
                    <a:pt x="3005" y="13458"/>
                    <a:pt x="6719" y="13458"/>
                  </a:cubicBezTo>
                  <a:cubicBezTo>
                    <a:pt x="10434" y="13458"/>
                    <a:pt x="13458" y="10433"/>
                    <a:pt x="13458" y="6719"/>
                  </a:cubicBezTo>
                  <a:cubicBezTo>
                    <a:pt x="13458" y="3004"/>
                    <a:pt x="10434" y="0"/>
                    <a:pt x="67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38"/>
            <p:cNvSpPr/>
            <p:nvPr/>
          </p:nvSpPr>
          <p:spPr>
            <a:xfrm>
              <a:off x="2111575" y="3070350"/>
              <a:ext cx="174600" cy="174600"/>
            </a:xfrm>
            <a:custGeom>
              <a:avLst/>
              <a:gdLst/>
              <a:ahLst/>
              <a:cxnLst/>
              <a:rect l="l" t="t" r="r" b="b"/>
              <a:pathLst>
                <a:path w="6984" h="6984" extrusionOk="0">
                  <a:moveTo>
                    <a:pt x="3492" y="1"/>
                  </a:moveTo>
                  <a:cubicBezTo>
                    <a:pt x="1564" y="1"/>
                    <a:pt x="1" y="1564"/>
                    <a:pt x="1" y="3492"/>
                  </a:cubicBezTo>
                  <a:cubicBezTo>
                    <a:pt x="1" y="5420"/>
                    <a:pt x="1564" y="6983"/>
                    <a:pt x="3492" y="6983"/>
                  </a:cubicBezTo>
                  <a:cubicBezTo>
                    <a:pt x="5420" y="6983"/>
                    <a:pt x="6983" y="5420"/>
                    <a:pt x="6983" y="3492"/>
                  </a:cubicBezTo>
                  <a:cubicBezTo>
                    <a:pt x="6983" y="1564"/>
                    <a:pt x="5420" y="1"/>
                    <a:pt x="349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38"/>
            <p:cNvSpPr/>
            <p:nvPr/>
          </p:nvSpPr>
          <p:spPr>
            <a:xfrm>
              <a:off x="2127325" y="3079500"/>
              <a:ext cx="149700" cy="119775"/>
            </a:xfrm>
            <a:custGeom>
              <a:avLst/>
              <a:gdLst/>
              <a:ahLst/>
              <a:cxnLst/>
              <a:rect l="l" t="t" r="r" b="b"/>
              <a:pathLst>
                <a:path w="5988" h="4791" extrusionOk="0">
                  <a:moveTo>
                    <a:pt x="2862" y="0"/>
                  </a:moveTo>
                  <a:cubicBezTo>
                    <a:pt x="1583" y="0"/>
                    <a:pt x="467" y="772"/>
                    <a:pt x="0" y="1888"/>
                  </a:cubicBezTo>
                  <a:cubicBezTo>
                    <a:pt x="548" y="1015"/>
                    <a:pt x="1522" y="426"/>
                    <a:pt x="2639" y="426"/>
                  </a:cubicBezTo>
                  <a:cubicBezTo>
                    <a:pt x="4364" y="426"/>
                    <a:pt x="5765" y="1827"/>
                    <a:pt x="5765" y="3552"/>
                  </a:cubicBezTo>
                  <a:cubicBezTo>
                    <a:pt x="5765" y="3999"/>
                    <a:pt x="5663" y="4405"/>
                    <a:pt x="5501" y="4790"/>
                  </a:cubicBezTo>
                  <a:cubicBezTo>
                    <a:pt x="5805" y="4303"/>
                    <a:pt x="5988" y="3735"/>
                    <a:pt x="5988" y="3126"/>
                  </a:cubicBezTo>
                  <a:cubicBezTo>
                    <a:pt x="5988" y="1401"/>
                    <a:pt x="4587" y="0"/>
                    <a:pt x="28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38"/>
            <p:cNvSpPr/>
            <p:nvPr/>
          </p:nvSpPr>
          <p:spPr>
            <a:xfrm>
              <a:off x="1569625" y="3336250"/>
              <a:ext cx="279625" cy="223800"/>
            </a:xfrm>
            <a:custGeom>
              <a:avLst/>
              <a:gdLst/>
              <a:ahLst/>
              <a:cxnLst/>
              <a:rect l="l" t="t" r="r" b="b"/>
              <a:pathLst>
                <a:path w="11185" h="8952" extrusionOk="0">
                  <a:moveTo>
                    <a:pt x="5360" y="1"/>
                  </a:moveTo>
                  <a:cubicBezTo>
                    <a:pt x="2964" y="1"/>
                    <a:pt x="894" y="1462"/>
                    <a:pt x="1" y="3533"/>
                  </a:cubicBezTo>
                  <a:cubicBezTo>
                    <a:pt x="1036" y="1909"/>
                    <a:pt x="2863" y="813"/>
                    <a:pt x="4933" y="813"/>
                  </a:cubicBezTo>
                  <a:cubicBezTo>
                    <a:pt x="8140" y="813"/>
                    <a:pt x="10759" y="3431"/>
                    <a:pt x="10759" y="6638"/>
                  </a:cubicBezTo>
                  <a:cubicBezTo>
                    <a:pt x="10759" y="7470"/>
                    <a:pt x="10596" y="8242"/>
                    <a:pt x="10292" y="8952"/>
                  </a:cubicBezTo>
                  <a:cubicBezTo>
                    <a:pt x="10860" y="8059"/>
                    <a:pt x="11185" y="6983"/>
                    <a:pt x="11185" y="5846"/>
                  </a:cubicBezTo>
                  <a:cubicBezTo>
                    <a:pt x="11185" y="2619"/>
                    <a:pt x="8587" y="1"/>
                    <a:pt x="536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38"/>
            <p:cNvSpPr/>
            <p:nvPr/>
          </p:nvSpPr>
          <p:spPr>
            <a:xfrm>
              <a:off x="1324025" y="3150525"/>
              <a:ext cx="532350" cy="695225"/>
            </a:xfrm>
            <a:custGeom>
              <a:avLst/>
              <a:gdLst/>
              <a:ahLst/>
              <a:cxnLst/>
              <a:rect l="l" t="t" r="r" b="b"/>
              <a:pathLst>
                <a:path w="21294" h="27809" extrusionOk="0">
                  <a:moveTo>
                    <a:pt x="15813" y="1"/>
                  </a:moveTo>
                  <a:cubicBezTo>
                    <a:pt x="7105" y="1"/>
                    <a:pt x="1" y="7085"/>
                    <a:pt x="1" y="15813"/>
                  </a:cubicBezTo>
                  <a:cubicBezTo>
                    <a:pt x="1" y="20603"/>
                    <a:pt x="2152" y="24886"/>
                    <a:pt x="5522" y="27809"/>
                  </a:cubicBezTo>
                  <a:cubicBezTo>
                    <a:pt x="5765" y="27727"/>
                    <a:pt x="6009" y="27626"/>
                    <a:pt x="6273" y="27545"/>
                  </a:cubicBezTo>
                  <a:cubicBezTo>
                    <a:pt x="2863" y="24764"/>
                    <a:pt x="691" y="20542"/>
                    <a:pt x="691" y="15813"/>
                  </a:cubicBezTo>
                  <a:cubicBezTo>
                    <a:pt x="691" y="7450"/>
                    <a:pt x="7470" y="671"/>
                    <a:pt x="15813" y="671"/>
                  </a:cubicBezTo>
                  <a:cubicBezTo>
                    <a:pt x="17761" y="671"/>
                    <a:pt x="19608" y="1036"/>
                    <a:pt x="21293" y="1706"/>
                  </a:cubicBezTo>
                  <a:lnTo>
                    <a:pt x="21253" y="1604"/>
                  </a:lnTo>
                  <a:lnTo>
                    <a:pt x="21171" y="935"/>
                  </a:lnTo>
                  <a:cubicBezTo>
                    <a:pt x="19507" y="326"/>
                    <a:pt x="17700" y="1"/>
                    <a:pt x="158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38"/>
            <p:cNvSpPr/>
            <p:nvPr/>
          </p:nvSpPr>
          <p:spPr>
            <a:xfrm>
              <a:off x="927725" y="3772150"/>
              <a:ext cx="348625" cy="799750"/>
            </a:xfrm>
            <a:custGeom>
              <a:avLst/>
              <a:gdLst/>
              <a:ahLst/>
              <a:cxnLst/>
              <a:rect l="l" t="t" r="r" b="b"/>
              <a:pathLst>
                <a:path w="13945" h="31990" extrusionOk="0">
                  <a:moveTo>
                    <a:pt x="13945" y="0"/>
                  </a:moveTo>
                  <a:lnTo>
                    <a:pt x="0" y="31989"/>
                  </a:ln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38"/>
            <p:cNvSpPr/>
            <p:nvPr/>
          </p:nvSpPr>
          <p:spPr>
            <a:xfrm>
              <a:off x="1773125" y="2566475"/>
              <a:ext cx="334425" cy="369425"/>
            </a:xfrm>
            <a:custGeom>
              <a:avLst/>
              <a:gdLst/>
              <a:ahLst/>
              <a:cxnLst/>
              <a:rect l="l" t="t" r="r" b="b"/>
              <a:pathLst>
                <a:path w="13377" h="14777" extrusionOk="0">
                  <a:moveTo>
                    <a:pt x="0" y="14777"/>
                  </a:moveTo>
                  <a:lnTo>
                    <a:pt x="13376" y="0"/>
                  </a:ln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38"/>
            <p:cNvSpPr/>
            <p:nvPr/>
          </p:nvSpPr>
          <p:spPr>
            <a:xfrm>
              <a:off x="2127325" y="2341675"/>
              <a:ext cx="353200" cy="211625"/>
            </a:xfrm>
            <a:custGeom>
              <a:avLst/>
              <a:gdLst/>
              <a:ahLst/>
              <a:cxnLst/>
              <a:rect l="l" t="t" r="r" b="b"/>
              <a:pathLst>
                <a:path w="14128" h="8465" extrusionOk="0">
                  <a:moveTo>
                    <a:pt x="0" y="8465"/>
                  </a:moveTo>
                  <a:lnTo>
                    <a:pt x="14127" y="1"/>
                  </a:ln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38"/>
            <p:cNvSpPr/>
            <p:nvPr/>
          </p:nvSpPr>
          <p:spPr>
            <a:xfrm>
              <a:off x="2492675" y="2220900"/>
              <a:ext cx="325800" cy="121300"/>
            </a:xfrm>
            <a:custGeom>
              <a:avLst/>
              <a:gdLst/>
              <a:ahLst/>
              <a:cxnLst/>
              <a:rect l="l" t="t" r="r" b="b"/>
              <a:pathLst>
                <a:path w="13032" h="4852" extrusionOk="0">
                  <a:moveTo>
                    <a:pt x="13031" y="1"/>
                  </a:moveTo>
                  <a:lnTo>
                    <a:pt x="0" y="4243"/>
                  </a:lnTo>
                  <a:lnTo>
                    <a:pt x="305" y="4852"/>
                  </a:lnTo>
                  <a:lnTo>
                    <a:pt x="12808" y="772"/>
                  </a:lnTo>
                  <a:cubicBezTo>
                    <a:pt x="12910" y="528"/>
                    <a:pt x="12971" y="265"/>
                    <a:pt x="130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38"/>
            <p:cNvSpPr/>
            <p:nvPr/>
          </p:nvSpPr>
          <p:spPr>
            <a:xfrm>
              <a:off x="1038350" y="3810725"/>
              <a:ext cx="360300" cy="902250"/>
            </a:xfrm>
            <a:custGeom>
              <a:avLst/>
              <a:gdLst/>
              <a:ahLst/>
              <a:cxnLst/>
              <a:rect l="l" t="t" r="r" b="b"/>
              <a:pathLst>
                <a:path w="14412" h="36090" extrusionOk="0">
                  <a:moveTo>
                    <a:pt x="11428" y="0"/>
                  </a:moveTo>
                  <a:lnTo>
                    <a:pt x="0" y="33735"/>
                  </a:lnTo>
                  <a:lnTo>
                    <a:pt x="6394" y="36089"/>
                  </a:lnTo>
                  <a:lnTo>
                    <a:pt x="14412" y="2375"/>
                  </a:lnTo>
                  <a:lnTo>
                    <a:pt x="1142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38"/>
            <p:cNvSpPr/>
            <p:nvPr/>
          </p:nvSpPr>
          <p:spPr>
            <a:xfrm>
              <a:off x="2342475" y="3201775"/>
              <a:ext cx="310575" cy="324800"/>
            </a:xfrm>
            <a:custGeom>
              <a:avLst/>
              <a:gdLst/>
              <a:ahLst/>
              <a:cxnLst/>
              <a:rect l="l" t="t" r="r" b="b"/>
              <a:pathLst>
                <a:path w="12423" h="12992" extrusionOk="0">
                  <a:moveTo>
                    <a:pt x="11286" y="1"/>
                  </a:moveTo>
                  <a:lnTo>
                    <a:pt x="0" y="12991"/>
                  </a:lnTo>
                  <a:cubicBezTo>
                    <a:pt x="3025" y="11286"/>
                    <a:pt x="12422" y="2457"/>
                    <a:pt x="12422" y="2457"/>
                  </a:cubicBezTo>
                  <a:lnTo>
                    <a:pt x="11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38"/>
            <p:cNvSpPr/>
            <p:nvPr/>
          </p:nvSpPr>
          <p:spPr>
            <a:xfrm>
              <a:off x="2261775" y="3182500"/>
              <a:ext cx="284200" cy="170200"/>
            </a:xfrm>
            <a:custGeom>
              <a:avLst/>
              <a:gdLst/>
              <a:ahLst/>
              <a:cxnLst/>
              <a:rect l="l" t="t" r="r" b="b"/>
              <a:pathLst>
                <a:path w="11368" h="6808" extrusionOk="0">
                  <a:moveTo>
                    <a:pt x="11368" y="1"/>
                  </a:moveTo>
                  <a:lnTo>
                    <a:pt x="1" y="5176"/>
                  </a:lnTo>
                  <a:cubicBezTo>
                    <a:pt x="298" y="6128"/>
                    <a:pt x="835" y="6807"/>
                    <a:pt x="1437" y="6807"/>
                  </a:cubicBezTo>
                  <a:cubicBezTo>
                    <a:pt x="1656" y="6807"/>
                    <a:pt x="1884" y="6717"/>
                    <a:pt x="2112" y="6516"/>
                  </a:cubicBezTo>
                  <a:cubicBezTo>
                    <a:pt x="3512" y="5319"/>
                    <a:pt x="9724" y="934"/>
                    <a:pt x="113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38"/>
            <p:cNvSpPr/>
            <p:nvPr/>
          </p:nvSpPr>
          <p:spPr>
            <a:xfrm>
              <a:off x="2512450" y="2908475"/>
              <a:ext cx="91375" cy="203000"/>
            </a:xfrm>
            <a:custGeom>
              <a:avLst/>
              <a:gdLst/>
              <a:ahLst/>
              <a:cxnLst/>
              <a:rect l="l" t="t" r="r" b="b"/>
              <a:pathLst>
                <a:path w="3655" h="8120" extrusionOk="0">
                  <a:moveTo>
                    <a:pt x="1" y="1"/>
                  </a:moveTo>
                  <a:lnTo>
                    <a:pt x="1625" y="1747"/>
                  </a:lnTo>
                  <a:lnTo>
                    <a:pt x="2741" y="5684"/>
                  </a:lnTo>
                  <a:lnTo>
                    <a:pt x="1726" y="8120"/>
                  </a:lnTo>
                  <a:lnTo>
                    <a:pt x="3655" y="6395"/>
                  </a:lnTo>
                  <a:lnTo>
                    <a:pt x="2416" y="1401"/>
                  </a:lnTo>
                  <a:lnTo>
                    <a:pt x="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38"/>
            <p:cNvSpPr/>
            <p:nvPr/>
          </p:nvSpPr>
          <p:spPr>
            <a:xfrm>
              <a:off x="2162325" y="2366025"/>
              <a:ext cx="331375" cy="241075"/>
            </a:xfrm>
            <a:custGeom>
              <a:avLst/>
              <a:gdLst/>
              <a:ahLst/>
              <a:cxnLst/>
              <a:rect l="l" t="t" r="r" b="b"/>
              <a:pathLst>
                <a:path w="13255" h="9643" extrusionOk="0">
                  <a:moveTo>
                    <a:pt x="13255" y="1"/>
                  </a:moveTo>
                  <a:lnTo>
                    <a:pt x="1" y="9236"/>
                  </a:lnTo>
                  <a:lnTo>
                    <a:pt x="2375" y="9642"/>
                  </a:lnTo>
                  <a:lnTo>
                    <a:pt x="12971" y="2477"/>
                  </a:lnTo>
                  <a:lnTo>
                    <a:pt x="1325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38"/>
            <p:cNvSpPr/>
            <p:nvPr/>
          </p:nvSpPr>
          <p:spPr>
            <a:xfrm>
              <a:off x="1829950" y="2609600"/>
              <a:ext cx="311600" cy="380600"/>
            </a:xfrm>
            <a:custGeom>
              <a:avLst/>
              <a:gdLst/>
              <a:ahLst/>
              <a:cxnLst/>
              <a:rect l="l" t="t" r="r" b="b"/>
              <a:pathLst>
                <a:path w="12464" h="15224" extrusionOk="0">
                  <a:moveTo>
                    <a:pt x="12463" y="1"/>
                  </a:moveTo>
                  <a:lnTo>
                    <a:pt x="1" y="15224"/>
                  </a:lnTo>
                  <a:lnTo>
                    <a:pt x="1300" y="15224"/>
                  </a:lnTo>
                  <a:lnTo>
                    <a:pt x="12463" y="2700"/>
                  </a:lnTo>
                  <a:lnTo>
                    <a:pt x="1246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38"/>
            <p:cNvSpPr/>
            <p:nvPr/>
          </p:nvSpPr>
          <p:spPr>
            <a:xfrm>
              <a:off x="2510425" y="2261500"/>
              <a:ext cx="293850" cy="135500"/>
            </a:xfrm>
            <a:custGeom>
              <a:avLst/>
              <a:gdLst/>
              <a:ahLst/>
              <a:cxnLst/>
              <a:rect l="l" t="t" r="r" b="b"/>
              <a:pathLst>
                <a:path w="11754" h="5420" extrusionOk="0">
                  <a:moveTo>
                    <a:pt x="11753" y="0"/>
                  </a:moveTo>
                  <a:lnTo>
                    <a:pt x="11753" y="0"/>
                  </a:lnTo>
                  <a:cubicBezTo>
                    <a:pt x="11733" y="0"/>
                    <a:pt x="9784" y="995"/>
                    <a:pt x="7206" y="1929"/>
                  </a:cubicBezTo>
                  <a:cubicBezTo>
                    <a:pt x="4629" y="2842"/>
                    <a:pt x="1" y="4060"/>
                    <a:pt x="1" y="4060"/>
                  </a:cubicBezTo>
                  <a:lnTo>
                    <a:pt x="1706" y="5420"/>
                  </a:lnTo>
                  <a:lnTo>
                    <a:pt x="7836" y="3370"/>
                  </a:lnTo>
                  <a:cubicBezTo>
                    <a:pt x="9561" y="2802"/>
                    <a:pt x="10941" y="1563"/>
                    <a:pt x="117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38"/>
            <p:cNvSpPr/>
            <p:nvPr/>
          </p:nvSpPr>
          <p:spPr>
            <a:xfrm>
              <a:off x="2468825" y="3251000"/>
              <a:ext cx="184225" cy="177625"/>
            </a:xfrm>
            <a:custGeom>
              <a:avLst/>
              <a:gdLst/>
              <a:ahLst/>
              <a:cxnLst/>
              <a:rect l="l" t="t" r="r" b="b"/>
              <a:pathLst>
                <a:path w="7369" h="7105" extrusionOk="0">
                  <a:moveTo>
                    <a:pt x="7145" y="1"/>
                  </a:moveTo>
                  <a:lnTo>
                    <a:pt x="0" y="7105"/>
                  </a:lnTo>
                  <a:cubicBezTo>
                    <a:pt x="3552" y="4060"/>
                    <a:pt x="7368" y="488"/>
                    <a:pt x="7368" y="488"/>
                  </a:cubicBezTo>
                  <a:lnTo>
                    <a:pt x="714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38"/>
            <p:cNvSpPr/>
            <p:nvPr/>
          </p:nvSpPr>
          <p:spPr>
            <a:xfrm>
              <a:off x="2670275" y="3167775"/>
              <a:ext cx="20325" cy="69550"/>
            </a:xfrm>
            <a:custGeom>
              <a:avLst/>
              <a:gdLst/>
              <a:ahLst/>
              <a:cxnLst/>
              <a:rect l="l" t="t" r="r" b="b"/>
              <a:pathLst>
                <a:path w="813" h="2782" extrusionOk="0">
                  <a:moveTo>
                    <a:pt x="264" y="1"/>
                  </a:moveTo>
                  <a:lnTo>
                    <a:pt x="1" y="143"/>
                  </a:lnTo>
                  <a:cubicBezTo>
                    <a:pt x="346" y="590"/>
                    <a:pt x="569" y="1158"/>
                    <a:pt x="569" y="1767"/>
                  </a:cubicBezTo>
                  <a:cubicBezTo>
                    <a:pt x="569" y="2132"/>
                    <a:pt x="488" y="2477"/>
                    <a:pt x="366" y="2782"/>
                  </a:cubicBezTo>
                  <a:cubicBezTo>
                    <a:pt x="650" y="2416"/>
                    <a:pt x="812" y="1950"/>
                    <a:pt x="812" y="1442"/>
                  </a:cubicBezTo>
                  <a:cubicBezTo>
                    <a:pt x="812" y="894"/>
                    <a:pt x="609" y="387"/>
                    <a:pt x="2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38"/>
            <p:cNvSpPr/>
            <p:nvPr/>
          </p:nvSpPr>
          <p:spPr>
            <a:xfrm>
              <a:off x="2502325" y="2156675"/>
              <a:ext cx="313100" cy="52575"/>
            </a:xfrm>
            <a:custGeom>
              <a:avLst/>
              <a:gdLst/>
              <a:ahLst/>
              <a:cxnLst/>
              <a:rect l="l" t="t" r="r" b="b"/>
              <a:pathLst>
                <a:path w="12524" h="2103" extrusionOk="0">
                  <a:moveTo>
                    <a:pt x="11066" y="1"/>
                  </a:moveTo>
                  <a:cubicBezTo>
                    <a:pt x="10958" y="1"/>
                    <a:pt x="10848" y="11"/>
                    <a:pt x="10737" y="32"/>
                  </a:cubicBezTo>
                  <a:lnTo>
                    <a:pt x="0" y="2103"/>
                  </a:lnTo>
                  <a:lnTo>
                    <a:pt x="0" y="2103"/>
                  </a:lnTo>
                  <a:lnTo>
                    <a:pt x="12524" y="824"/>
                  </a:lnTo>
                  <a:cubicBezTo>
                    <a:pt x="12214" y="325"/>
                    <a:pt x="11670" y="1"/>
                    <a:pt x="110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38"/>
            <p:cNvSpPr/>
            <p:nvPr/>
          </p:nvSpPr>
          <p:spPr>
            <a:xfrm>
              <a:off x="2062350" y="2248825"/>
              <a:ext cx="375025" cy="224300"/>
            </a:xfrm>
            <a:custGeom>
              <a:avLst/>
              <a:gdLst/>
              <a:ahLst/>
              <a:cxnLst/>
              <a:rect l="l" t="t" r="r" b="b"/>
              <a:pathLst>
                <a:path w="15001" h="8972" extrusionOk="0">
                  <a:moveTo>
                    <a:pt x="12971" y="0"/>
                  </a:moveTo>
                  <a:lnTo>
                    <a:pt x="630" y="6658"/>
                  </a:lnTo>
                  <a:lnTo>
                    <a:pt x="1" y="8972"/>
                  </a:lnTo>
                  <a:lnTo>
                    <a:pt x="996" y="7165"/>
                  </a:lnTo>
                  <a:lnTo>
                    <a:pt x="12586" y="1116"/>
                  </a:lnTo>
                  <a:lnTo>
                    <a:pt x="15001" y="568"/>
                  </a:lnTo>
                  <a:lnTo>
                    <a:pt x="129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38"/>
            <p:cNvSpPr/>
            <p:nvPr/>
          </p:nvSpPr>
          <p:spPr>
            <a:xfrm>
              <a:off x="1674675" y="2483750"/>
              <a:ext cx="369450" cy="375550"/>
            </a:xfrm>
            <a:custGeom>
              <a:avLst/>
              <a:gdLst/>
              <a:ahLst/>
              <a:cxnLst/>
              <a:rect l="l" t="t" r="r" b="b"/>
              <a:pathLst>
                <a:path w="14778" h="15022" extrusionOk="0">
                  <a:moveTo>
                    <a:pt x="14777" y="1"/>
                  </a:moveTo>
                  <a:lnTo>
                    <a:pt x="12220" y="224"/>
                  </a:lnTo>
                  <a:lnTo>
                    <a:pt x="1" y="10454"/>
                  </a:lnTo>
                  <a:lnTo>
                    <a:pt x="731" y="15021"/>
                  </a:lnTo>
                  <a:lnTo>
                    <a:pt x="1198" y="10901"/>
                  </a:lnTo>
                  <a:lnTo>
                    <a:pt x="12382" y="1198"/>
                  </a:lnTo>
                  <a:lnTo>
                    <a:pt x="147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38"/>
            <p:cNvSpPr/>
            <p:nvPr/>
          </p:nvSpPr>
          <p:spPr>
            <a:xfrm>
              <a:off x="1355500" y="2851750"/>
              <a:ext cx="313125" cy="264300"/>
            </a:xfrm>
            <a:custGeom>
              <a:avLst/>
              <a:gdLst/>
              <a:ahLst/>
              <a:cxnLst/>
              <a:rect l="l" t="t" r="r" b="b"/>
              <a:pathLst>
                <a:path w="12525" h="10572" extrusionOk="0">
                  <a:moveTo>
                    <a:pt x="8238" y="0"/>
                  </a:moveTo>
                  <a:cubicBezTo>
                    <a:pt x="8024" y="0"/>
                    <a:pt x="7832" y="24"/>
                    <a:pt x="7673" y="78"/>
                  </a:cubicBezTo>
                  <a:cubicBezTo>
                    <a:pt x="6130" y="606"/>
                    <a:pt x="4385" y="1275"/>
                    <a:pt x="3979" y="1742"/>
                  </a:cubicBezTo>
                  <a:cubicBezTo>
                    <a:pt x="3207" y="2574"/>
                    <a:pt x="3045" y="4949"/>
                    <a:pt x="1726" y="6634"/>
                  </a:cubicBezTo>
                  <a:cubicBezTo>
                    <a:pt x="1482" y="6959"/>
                    <a:pt x="853" y="7730"/>
                    <a:pt x="0" y="8785"/>
                  </a:cubicBezTo>
                  <a:lnTo>
                    <a:pt x="528" y="10572"/>
                  </a:lnTo>
                  <a:lnTo>
                    <a:pt x="1401" y="8664"/>
                  </a:lnTo>
                  <a:cubicBezTo>
                    <a:pt x="1401" y="8664"/>
                    <a:pt x="4080" y="6269"/>
                    <a:pt x="4364" y="4726"/>
                  </a:cubicBezTo>
                  <a:cubicBezTo>
                    <a:pt x="4649" y="3183"/>
                    <a:pt x="5095" y="2716"/>
                    <a:pt x="6902" y="1539"/>
                  </a:cubicBezTo>
                  <a:cubicBezTo>
                    <a:pt x="7619" y="1072"/>
                    <a:pt x="8654" y="931"/>
                    <a:pt x="9641" y="931"/>
                  </a:cubicBezTo>
                  <a:cubicBezTo>
                    <a:pt x="11138" y="931"/>
                    <a:pt x="12524" y="1255"/>
                    <a:pt x="12524" y="1255"/>
                  </a:cubicBezTo>
                  <a:cubicBezTo>
                    <a:pt x="12524" y="1255"/>
                    <a:pt x="9794" y="0"/>
                    <a:pt x="823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38"/>
            <p:cNvSpPr/>
            <p:nvPr/>
          </p:nvSpPr>
          <p:spPr>
            <a:xfrm>
              <a:off x="1121050" y="3061225"/>
              <a:ext cx="247675" cy="295850"/>
            </a:xfrm>
            <a:custGeom>
              <a:avLst/>
              <a:gdLst/>
              <a:ahLst/>
              <a:cxnLst/>
              <a:rect l="l" t="t" r="r" b="b"/>
              <a:pathLst>
                <a:path w="9907" h="11834" extrusionOk="0">
                  <a:moveTo>
                    <a:pt x="9703" y="0"/>
                  </a:moveTo>
                  <a:cubicBezTo>
                    <a:pt x="9520" y="203"/>
                    <a:pt x="9338" y="447"/>
                    <a:pt x="9135" y="691"/>
                  </a:cubicBezTo>
                  <a:cubicBezTo>
                    <a:pt x="9196" y="1117"/>
                    <a:pt x="9236" y="1563"/>
                    <a:pt x="9236" y="2010"/>
                  </a:cubicBezTo>
                  <a:cubicBezTo>
                    <a:pt x="9236" y="6902"/>
                    <a:pt x="5380" y="10900"/>
                    <a:pt x="569" y="11144"/>
                  </a:cubicBezTo>
                  <a:cubicBezTo>
                    <a:pt x="366" y="11387"/>
                    <a:pt x="184" y="11611"/>
                    <a:pt x="1" y="11834"/>
                  </a:cubicBezTo>
                  <a:lnTo>
                    <a:pt x="82" y="11834"/>
                  </a:lnTo>
                  <a:cubicBezTo>
                    <a:pt x="5502" y="11834"/>
                    <a:pt x="9906" y="7429"/>
                    <a:pt x="9906" y="2010"/>
                  </a:cubicBezTo>
                  <a:cubicBezTo>
                    <a:pt x="9906" y="1320"/>
                    <a:pt x="9845" y="650"/>
                    <a:pt x="97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38"/>
            <p:cNvSpPr/>
            <p:nvPr/>
          </p:nvSpPr>
          <p:spPr>
            <a:xfrm>
              <a:off x="1299675" y="3850300"/>
              <a:ext cx="98975" cy="436925"/>
            </a:xfrm>
            <a:custGeom>
              <a:avLst/>
              <a:gdLst/>
              <a:ahLst/>
              <a:cxnLst/>
              <a:rect l="l" t="t" r="r" b="b"/>
              <a:pathLst>
                <a:path w="3959" h="17477" extrusionOk="0">
                  <a:moveTo>
                    <a:pt x="2984" y="0"/>
                  </a:moveTo>
                  <a:lnTo>
                    <a:pt x="1" y="17476"/>
                  </a:lnTo>
                  <a:lnTo>
                    <a:pt x="3959" y="792"/>
                  </a:lnTo>
                  <a:lnTo>
                    <a:pt x="298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38"/>
            <p:cNvSpPr/>
            <p:nvPr/>
          </p:nvSpPr>
          <p:spPr>
            <a:xfrm>
              <a:off x="1387975" y="3826450"/>
              <a:ext cx="59400" cy="35550"/>
            </a:xfrm>
            <a:custGeom>
              <a:avLst/>
              <a:gdLst/>
              <a:ahLst/>
              <a:cxnLst/>
              <a:rect l="l" t="t" r="r" b="b"/>
              <a:pathLst>
                <a:path w="2376" h="1422" extrusionOk="0">
                  <a:moveTo>
                    <a:pt x="975" y="0"/>
                  </a:moveTo>
                  <a:lnTo>
                    <a:pt x="0" y="609"/>
                  </a:lnTo>
                  <a:lnTo>
                    <a:pt x="975" y="1421"/>
                  </a:lnTo>
                  <a:lnTo>
                    <a:pt x="2375" y="954"/>
                  </a:lnTo>
                  <a:lnTo>
                    <a:pt x="97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38"/>
            <p:cNvSpPr/>
            <p:nvPr/>
          </p:nvSpPr>
          <p:spPr>
            <a:xfrm>
              <a:off x="1506200" y="2736975"/>
              <a:ext cx="131450" cy="102025"/>
            </a:xfrm>
            <a:custGeom>
              <a:avLst/>
              <a:gdLst/>
              <a:ahLst/>
              <a:cxnLst/>
              <a:rect l="l" t="t" r="r" b="b"/>
              <a:pathLst>
                <a:path w="5258" h="4081" extrusionOk="0">
                  <a:moveTo>
                    <a:pt x="4974" y="0"/>
                  </a:moveTo>
                  <a:cubicBezTo>
                    <a:pt x="2497" y="0"/>
                    <a:pt x="468" y="1746"/>
                    <a:pt x="1" y="4080"/>
                  </a:cubicBezTo>
                  <a:cubicBezTo>
                    <a:pt x="853" y="2192"/>
                    <a:pt x="2761" y="873"/>
                    <a:pt x="4974" y="873"/>
                  </a:cubicBezTo>
                  <a:lnTo>
                    <a:pt x="5055" y="873"/>
                  </a:lnTo>
                  <a:lnTo>
                    <a:pt x="5258" y="21"/>
                  </a:lnTo>
                  <a:cubicBezTo>
                    <a:pt x="5156" y="0"/>
                    <a:pt x="5075" y="0"/>
                    <a:pt x="497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38"/>
            <p:cNvSpPr/>
            <p:nvPr/>
          </p:nvSpPr>
          <p:spPr>
            <a:xfrm>
              <a:off x="1038350" y="3368725"/>
              <a:ext cx="97950" cy="188300"/>
            </a:xfrm>
            <a:custGeom>
              <a:avLst/>
              <a:gdLst/>
              <a:ahLst/>
              <a:cxnLst/>
              <a:rect l="l" t="t" r="r" b="b"/>
              <a:pathLst>
                <a:path w="3918" h="7532" extrusionOk="0">
                  <a:moveTo>
                    <a:pt x="2923" y="1"/>
                  </a:moveTo>
                  <a:lnTo>
                    <a:pt x="0" y="3553"/>
                  </a:lnTo>
                  <a:lnTo>
                    <a:pt x="427" y="7531"/>
                  </a:lnTo>
                  <a:lnTo>
                    <a:pt x="873" y="3979"/>
                  </a:lnTo>
                  <a:lnTo>
                    <a:pt x="391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38"/>
            <p:cNvSpPr/>
            <p:nvPr/>
          </p:nvSpPr>
          <p:spPr>
            <a:xfrm>
              <a:off x="411650" y="3545825"/>
              <a:ext cx="626725" cy="879425"/>
            </a:xfrm>
            <a:custGeom>
              <a:avLst/>
              <a:gdLst/>
              <a:ahLst/>
              <a:cxnLst/>
              <a:rect l="l" t="t" r="r" b="b"/>
              <a:pathLst>
                <a:path w="25069" h="35177" extrusionOk="0">
                  <a:moveTo>
                    <a:pt x="23242" y="1"/>
                  </a:moveTo>
                  <a:lnTo>
                    <a:pt x="1" y="35176"/>
                  </a:lnTo>
                  <a:lnTo>
                    <a:pt x="25068" y="1462"/>
                  </a:lnTo>
                  <a:lnTo>
                    <a:pt x="2324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38"/>
            <p:cNvSpPr/>
            <p:nvPr/>
          </p:nvSpPr>
          <p:spPr>
            <a:xfrm>
              <a:off x="2167900" y="2926925"/>
              <a:ext cx="320225" cy="141425"/>
            </a:xfrm>
            <a:custGeom>
              <a:avLst/>
              <a:gdLst/>
              <a:ahLst/>
              <a:cxnLst/>
              <a:rect l="l" t="t" r="r" b="b"/>
              <a:pathLst>
                <a:path w="12809" h="5657" extrusionOk="0">
                  <a:moveTo>
                    <a:pt x="10957" y="1"/>
                  </a:moveTo>
                  <a:cubicBezTo>
                    <a:pt x="7302" y="1"/>
                    <a:pt x="1" y="4175"/>
                    <a:pt x="1" y="4175"/>
                  </a:cubicBezTo>
                  <a:lnTo>
                    <a:pt x="1" y="5657"/>
                  </a:lnTo>
                  <a:cubicBezTo>
                    <a:pt x="1" y="5657"/>
                    <a:pt x="407" y="4621"/>
                    <a:pt x="549" y="4439"/>
                  </a:cubicBezTo>
                  <a:cubicBezTo>
                    <a:pt x="691" y="4256"/>
                    <a:pt x="4629" y="2754"/>
                    <a:pt x="7673" y="1414"/>
                  </a:cubicBezTo>
                  <a:cubicBezTo>
                    <a:pt x="9231" y="719"/>
                    <a:pt x="10538" y="549"/>
                    <a:pt x="11444" y="549"/>
                  </a:cubicBezTo>
                  <a:cubicBezTo>
                    <a:pt x="12310" y="549"/>
                    <a:pt x="12809" y="704"/>
                    <a:pt x="12809" y="704"/>
                  </a:cubicBezTo>
                  <a:cubicBezTo>
                    <a:pt x="12667" y="562"/>
                    <a:pt x="12525" y="460"/>
                    <a:pt x="12362" y="339"/>
                  </a:cubicBezTo>
                  <a:cubicBezTo>
                    <a:pt x="12011" y="103"/>
                    <a:pt x="11528" y="1"/>
                    <a:pt x="109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38"/>
            <p:cNvSpPr/>
            <p:nvPr/>
          </p:nvSpPr>
          <p:spPr>
            <a:xfrm>
              <a:off x="1630525" y="3068325"/>
              <a:ext cx="516600" cy="251725"/>
            </a:xfrm>
            <a:custGeom>
              <a:avLst/>
              <a:gdLst/>
              <a:ahLst/>
              <a:cxnLst/>
              <a:rect l="l" t="t" r="r" b="b"/>
              <a:pathLst>
                <a:path w="20664" h="10069" extrusionOk="0">
                  <a:moveTo>
                    <a:pt x="19202" y="1"/>
                  </a:moveTo>
                  <a:lnTo>
                    <a:pt x="1" y="10068"/>
                  </a:lnTo>
                  <a:cubicBezTo>
                    <a:pt x="6" y="10068"/>
                    <a:pt x="11" y="10069"/>
                    <a:pt x="17" y="10069"/>
                  </a:cubicBezTo>
                  <a:cubicBezTo>
                    <a:pt x="1774" y="10069"/>
                    <a:pt x="19080" y="447"/>
                    <a:pt x="19080" y="447"/>
                  </a:cubicBezTo>
                  <a:lnTo>
                    <a:pt x="20664" y="447"/>
                  </a:lnTo>
                  <a:lnTo>
                    <a:pt x="2044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38"/>
            <p:cNvSpPr/>
            <p:nvPr/>
          </p:nvSpPr>
          <p:spPr>
            <a:xfrm>
              <a:off x="2209000" y="2407125"/>
              <a:ext cx="280150" cy="199975"/>
            </a:xfrm>
            <a:custGeom>
              <a:avLst/>
              <a:gdLst/>
              <a:ahLst/>
              <a:cxnLst/>
              <a:rect l="l" t="t" r="r" b="b"/>
              <a:pathLst>
                <a:path w="11206" h="7999" extrusionOk="0">
                  <a:moveTo>
                    <a:pt x="11205" y="1"/>
                  </a:moveTo>
                  <a:lnTo>
                    <a:pt x="11205" y="1"/>
                  </a:lnTo>
                  <a:cubicBezTo>
                    <a:pt x="11144" y="21"/>
                    <a:pt x="11104" y="21"/>
                    <a:pt x="11104" y="21"/>
                  </a:cubicBezTo>
                  <a:lnTo>
                    <a:pt x="1" y="7917"/>
                  </a:lnTo>
                  <a:lnTo>
                    <a:pt x="508" y="7998"/>
                  </a:lnTo>
                  <a:lnTo>
                    <a:pt x="11104" y="833"/>
                  </a:lnTo>
                  <a:lnTo>
                    <a:pt x="112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38"/>
            <p:cNvSpPr/>
            <p:nvPr/>
          </p:nvSpPr>
          <p:spPr>
            <a:xfrm>
              <a:off x="1848225" y="2649700"/>
              <a:ext cx="293325" cy="340500"/>
            </a:xfrm>
            <a:custGeom>
              <a:avLst/>
              <a:gdLst/>
              <a:ahLst/>
              <a:cxnLst/>
              <a:rect l="l" t="t" r="r" b="b"/>
              <a:pathLst>
                <a:path w="11733" h="13620" extrusionOk="0">
                  <a:moveTo>
                    <a:pt x="11712" y="0"/>
                  </a:moveTo>
                  <a:lnTo>
                    <a:pt x="0" y="13620"/>
                  </a:lnTo>
                  <a:lnTo>
                    <a:pt x="569" y="13620"/>
                  </a:lnTo>
                  <a:lnTo>
                    <a:pt x="11732" y="1096"/>
                  </a:lnTo>
                  <a:lnTo>
                    <a:pt x="117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38"/>
            <p:cNvSpPr/>
            <p:nvPr/>
          </p:nvSpPr>
          <p:spPr>
            <a:xfrm>
              <a:off x="2544425" y="2289925"/>
              <a:ext cx="241575" cy="107075"/>
            </a:xfrm>
            <a:custGeom>
              <a:avLst/>
              <a:gdLst/>
              <a:ahLst/>
              <a:cxnLst/>
              <a:rect l="l" t="t" r="r" b="b"/>
              <a:pathLst>
                <a:path w="9663" h="4283" extrusionOk="0">
                  <a:moveTo>
                    <a:pt x="9662" y="0"/>
                  </a:moveTo>
                  <a:lnTo>
                    <a:pt x="9662" y="0"/>
                  </a:lnTo>
                  <a:cubicBezTo>
                    <a:pt x="9622" y="20"/>
                    <a:pt x="8445" y="792"/>
                    <a:pt x="6354" y="1746"/>
                  </a:cubicBezTo>
                  <a:cubicBezTo>
                    <a:pt x="5055" y="2355"/>
                    <a:pt x="2091" y="3329"/>
                    <a:pt x="1" y="3999"/>
                  </a:cubicBezTo>
                  <a:lnTo>
                    <a:pt x="346" y="4283"/>
                  </a:lnTo>
                  <a:lnTo>
                    <a:pt x="6476" y="2233"/>
                  </a:lnTo>
                  <a:cubicBezTo>
                    <a:pt x="7754" y="1807"/>
                    <a:pt x="8850" y="1015"/>
                    <a:pt x="96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38"/>
            <p:cNvSpPr/>
            <p:nvPr/>
          </p:nvSpPr>
          <p:spPr>
            <a:xfrm>
              <a:off x="1984225" y="2412200"/>
              <a:ext cx="83750" cy="57875"/>
            </a:xfrm>
            <a:custGeom>
              <a:avLst/>
              <a:gdLst/>
              <a:ahLst/>
              <a:cxnLst/>
              <a:rect l="l" t="t" r="r" b="b"/>
              <a:pathLst>
                <a:path w="3350" h="2315" extrusionOk="0">
                  <a:moveTo>
                    <a:pt x="2476" y="1"/>
                  </a:moveTo>
                  <a:cubicBezTo>
                    <a:pt x="1157" y="1"/>
                    <a:pt x="81" y="1016"/>
                    <a:pt x="0" y="2315"/>
                  </a:cubicBezTo>
                  <a:cubicBezTo>
                    <a:pt x="284" y="1259"/>
                    <a:pt x="1259" y="488"/>
                    <a:pt x="2395" y="488"/>
                  </a:cubicBezTo>
                  <a:cubicBezTo>
                    <a:pt x="2659" y="488"/>
                    <a:pt x="2923" y="549"/>
                    <a:pt x="3167" y="630"/>
                  </a:cubicBezTo>
                  <a:lnTo>
                    <a:pt x="3349" y="163"/>
                  </a:lnTo>
                  <a:cubicBezTo>
                    <a:pt x="3065" y="62"/>
                    <a:pt x="2781" y="1"/>
                    <a:pt x="24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8"/>
            <p:cNvSpPr/>
            <p:nvPr/>
          </p:nvSpPr>
          <p:spPr>
            <a:xfrm>
              <a:off x="2407425" y="2199600"/>
              <a:ext cx="83750" cy="24875"/>
            </a:xfrm>
            <a:custGeom>
              <a:avLst/>
              <a:gdLst/>
              <a:ahLst/>
              <a:cxnLst/>
              <a:rect l="l" t="t" r="r" b="b"/>
              <a:pathLst>
                <a:path w="3350" h="995" extrusionOk="0">
                  <a:moveTo>
                    <a:pt x="1990" y="0"/>
                  </a:moveTo>
                  <a:cubicBezTo>
                    <a:pt x="1178" y="0"/>
                    <a:pt x="467" y="386"/>
                    <a:pt x="0" y="995"/>
                  </a:cubicBezTo>
                  <a:cubicBezTo>
                    <a:pt x="427" y="670"/>
                    <a:pt x="954" y="487"/>
                    <a:pt x="1543" y="487"/>
                  </a:cubicBezTo>
                  <a:cubicBezTo>
                    <a:pt x="2010" y="487"/>
                    <a:pt x="2456" y="609"/>
                    <a:pt x="2842" y="832"/>
                  </a:cubicBezTo>
                  <a:cubicBezTo>
                    <a:pt x="2984" y="711"/>
                    <a:pt x="3167" y="569"/>
                    <a:pt x="3349" y="406"/>
                  </a:cubicBezTo>
                  <a:cubicBezTo>
                    <a:pt x="2964" y="163"/>
                    <a:pt x="2497" y="0"/>
                    <a:pt x="199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8"/>
            <p:cNvSpPr/>
            <p:nvPr/>
          </p:nvSpPr>
          <p:spPr>
            <a:xfrm>
              <a:off x="2270925" y="3027725"/>
              <a:ext cx="237500" cy="223300"/>
            </a:xfrm>
            <a:custGeom>
              <a:avLst/>
              <a:gdLst/>
              <a:ahLst/>
              <a:cxnLst/>
              <a:rect l="l" t="t" r="r" b="b"/>
              <a:pathLst>
                <a:path w="9500" h="8932" extrusionOk="0">
                  <a:moveTo>
                    <a:pt x="9500" y="1"/>
                  </a:moveTo>
                  <a:cubicBezTo>
                    <a:pt x="9500" y="1"/>
                    <a:pt x="7957" y="2558"/>
                    <a:pt x="6090" y="4081"/>
                  </a:cubicBezTo>
                  <a:cubicBezTo>
                    <a:pt x="4243" y="5603"/>
                    <a:pt x="0" y="8627"/>
                    <a:pt x="0" y="8627"/>
                  </a:cubicBezTo>
                  <a:lnTo>
                    <a:pt x="508" y="8932"/>
                  </a:lnTo>
                  <a:cubicBezTo>
                    <a:pt x="508" y="8932"/>
                    <a:pt x="6211" y="4771"/>
                    <a:pt x="7795" y="3066"/>
                  </a:cubicBezTo>
                  <a:cubicBezTo>
                    <a:pt x="8505" y="2294"/>
                    <a:pt x="9215" y="1178"/>
                    <a:pt x="9500" y="21"/>
                  </a:cubicBezTo>
                  <a:cubicBezTo>
                    <a:pt x="9500" y="21"/>
                    <a:pt x="9500" y="1"/>
                    <a:pt x="950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8"/>
            <p:cNvSpPr/>
            <p:nvPr/>
          </p:nvSpPr>
          <p:spPr>
            <a:xfrm>
              <a:off x="2352100" y="3157650"/>
              <a:ext cx="206925" cy="158850"/>
            </a:xfrm>
            <a:custGeom>
              <a:avLst/>
              <a:gdLst/>
              <a:ahLst/>
              <a:cxnLst/>
              <a:rect l="l" t="t" r="r" b="b"/>
              <a:pathLst>
                <a:path w="8277" h="6354" extrusionOk="0">
                  <a:moveTo>
                    <a:pt x="8140" y="0"/>
                  </a:moveTo>
                  <a:cubicBezTo>
                    <a:pt x="8140" y="0"/>
                    <a:pt x="1056" y="5014"/>
                    <a:pt x="1" y="6353"/>
                  </a:cubicBezTo>
                  <a:cubicBezTo>
                    <a:pt x="2763" y="4292"/>
                    <a:pt x="7774" y="810"/>
                    <a:pt x="8128" y="810"/>
                  </a:cubicBezTo>
                  <a:cubicBezTo>
                    <a:pt x="8133" y="810"/>
                    <a:pt x="8137" y="811"/>
                    <a:pt x="8140" y="812"/>
                  </a:cubicBezTo>
                  <a:cubicBezTo>
                    <a:pt x="8147" y="814"/>
                    <a:pt x="8153" y="815"/>
                    <a:pt x="8159" y="815"/>
                  </a:cubicBezTo>
                  <a:cubicBezTo>
                    <a:pt x="8277" y="815"/>
                    <a:pt x="8218" y="426"/>
                    <a:pt x="8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2" name="Google Shape;382;p38"/>
          <p:cNvGrpSpPr/>
          <p:nvPr/>
        </p:nvGrpSpPr>
        <p:grpSpPr>
          <a:xfrm>
            <a:off x="6779025" y="349504"/>
            <a:ext cx="913425" cy="370975"/>
            <a:chOff x="6514150" y="4420266"/>
            <a:chExt cx="913425" cy="370975"/>
          </a:xfrm>
        </p:grpSpPr>
        <p:sp>
          <p:nvSpPr>
            <p:cNvPr id="383" name="Google Shape;383;p38"/>
            <p:cNvSpPr/>
            <p:nvPr/>
          </p:nvSpPr>
          <p:spPr>
            <a:xfrm>
              <a:off x="6938875" y="4420266"/>
              <a:ext cx="488700" cy="370975"/>
            </a:xfrm>
            <a:custGeom>
              <a:avLst/>
              <a:gdLst/>
              <a:ahLst/>
              <a:cxnLst/>
              <a:rect l="l" t="t" r="r" b="b"/>
              <a:pathLst>
                <a:path w="19548" h="14839" extrusionOk="0">
                  <a:moveTo>
                    <a:pt x="8160" y="1"/>
                  </a:moveTo>
                  <a:lnTo>
                    <a:pt x="1" y="14838"/>
                  </a:lnTo>
                  <a:lnTo>
                    <a:pt x="11388" y="14838"/>
                  </a:lnTo>
                  <a:lnTo>
                    <a:pt x="195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38"/>
            <p:cNvSpPr/>
            <p:nvPr/>
          </p:nvSpPr>
          <p:spPr>
            <a:xfrm>
              <a:off x="6514150" y="4420266"/>
              <a:ext cx="488700" cy="370975"/>
            </a:xfrm>
            <a:custGeom>
              <a:avLst/>
              <a:gdLst/>
              <a:ahLst/>
              <a:cxnLst/>
              <a:rect l="l" t="t" r="r" b="b"/>
              <a:pathLst>
                <a:path w="19548" h="14839" extrusionOk="0">
                  <a:moveTo>
                    <a:pt x="8160" y="1"/>
                  </a:moveTo>
                  <a:lnTo>
                    <a:pt x="1" y="14838"/>
                  </a:lnTo>
                  <a:lnTo>
                    <a:pt x="11388" y="14838"/>
                  </a:lnTo>
                  <a:lnTo>
                    <a:pt x="195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5" name="Google Shape;385;p38"/>
          <p:cNvSpPr/>
          <p:nvPr/>
        </p:nvSpPr>
        <p:spPr>
          <a:xfrm>
            <a:off x="2864383" y="1694020"/>
            <a:ext cx="1270200" cy="1270200"/>
          </a:xfrm>
          <a:prstGeom prst="ellipse">
            <a:avLst/>
          </a:prstGeom>
          <a:solidFill>
            <a:schemeClr val="accent1">
              <a:alpha val="359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91" name="Google Shape;391;p38"/>
          <p:cNvCxnSpPr/>
          <p:nvPr/>
        </p:nvCxnSpPr>
        <p:spPr>
          <a:xfrm rot="10800000" flipH="1">
            <a:off x="3459250" y="3707110"/>
            <a:ext cx="4990500" cy="11400"/>
          </a:xfrm>
          <a:prstGeom prst="straightConnector1">
            <a:avLst/>
          </a:prstGeom>
          <a:noFill/>
          <a:ln w="19050" cap="flat" cmpd="sng">
            <a:solidFill>
              <a:schemeClr val="dk1"/>
            </a:solidFill>
            <a:prstDash val="solid"/>
            <a:round/>
            <a:headEnd type="none" w="med" len="med"/>
            <a:tailEnd type="none" w="med" len="med"/>
          </a:ln>
        </p:spPr>
      </p:cxnSp>
      <p:sp>
        <p:nvSpPr>
          <p:cNvPr id="2" name="Google Shape;301;p38">
            <a:extLst>
              <a:ext uri="{FF2B5EF4-FFF2-40B4-BE49-F238E27FC236}">
                <a16:creationId xmlns:a16="http://schemas.microsoft.com/office/drawing/2014/main" id="{ED85EFC1-6B02-9469-CC2C-0E65DD968F81}"/>
              </a:ext>
            </a:extLst>
          </p:cNvPr>
          <p:cNvSpPr txBox="1">
            <a:spLocks/>
          </p:cNvSpPr>
          <p:nvPr/>
        </p:nvSpPr>
        <p:spPr>
          <a:xfrm>
            <a:off x="6873290" y="3812278"/>
            <a:ext cx="1638320" cy="4095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Raleway Medium"/>
              <a:buNone/>
              <a:defRPr sz="3100" b="1" i="0" u="none" strike="noStrike" cap="none">
                <a:solidFill>
                  <a:schemeClr val="accent2"/>
                </a:solidFill>
                <a:latin typeface="Raleway Medium"/>
                <a:ea typeface="Raleway Medium"/>
                <a:cs typeface="Raleway Medium"/>
                <a:sym typeface="Raleway Medium"/>
              </a:defRPr>
            </a:lvl1pPr>
            <a:lvl2pPr marL="914400" marR="0" lvl="1" indent="-317500" algn="ctr" rtl="0">
              <a:lnSpc>
                <a:spcPct val="100000"/>
              </a:lnSpc>
              <a:spcBef>
                <a:spcPts val="0"/>
              </a:spcBef>
              <a:spcAft>
                <a:spcPts val="0"/>
              </a:spcAft>
              <a:buClr>
                <a:schemeClr val="dk2"/>
              </a:buClr>
              <a:buSzPts val="1800"/>
              <a:buFont typeface="Raleway Medium"/>
              <a:buNone/>
              <a:defRPr sz="1800" b="0" i="0" u="none" strike="noStrike" cap="none">
                <a:solidFill>
                  <a:schemeClr val="dk2"/>
                </a:solidFill>
                <a:latin typeface="Raleway Medium"/>
                <a:ea typeface="Raleway Medium"/>
                <a:cs typeface="Raleway Medium"/>
                <a:sym typeface="Raleway Medium"/>
              </a:defRPr>
            </a:lvl2pPr>
            <a:lvl3pPr marL="1371600" marR="0" lvl="2" indent="-317500" algn="ctr" rtl="0">
              <a:lnSpc>
                <a:spcPct val="100000"/>
              </a:lnSpc>
              <a:spcBef>
                <a:spcPts val="0"/>
              </a:spcBef>
              <a:spcAft>
                <a:spcPts val="0"/>
              </a:spcAft>
              <a:buClr>
                <a:schemeClr val="dk2"/>
              </a:buClr>
              <a:buSzPts val="1800"/>
              <a:buFont typeface="Raleway Medium"/>
              <a:buNone/>
              <a:defRPr sz="1800" b="0" i="0" u="none" strike="noStrike" cap="none">
                <a:solidFill>
                  <a:schemeClr val="dk2"/>
                </a:solidFill>
                <a:latin typeface="Raleway Medium"/>
                <a:ea typeface="Raleway Medium"/>
                <a:cs typeface="Raleway Medium"/>
                <a:sym typeface="Raleway Medium"/>
              </a:defRPr>
            </a:lvl3pPr>
            <a:lvl4pPr marL="1828800" marR="0" lvl="3" indent="-317500" algn="ctr" rtl="0">
              <a:lnSpc>
                <a:spcPct val="100000"/>
              </a:lnSpc>
              <a:spcBef>
                <a:spcPts val="0"/>
              </a:spcBef>
              <a:spcAft>
                <a:spcPts val="0"/>
              </a:spcAft>
              <a:buClr>
                <a:schemeClr val="dk2"/>
              </a:buClr>
              <a:buSzPts val="1800"/>
              <a:buFont typeface="Raleway Medium"/>
              <a:buNone/>
              <a:defRPr sz="1800" b="0" i="0" u="none" strike="noStrike" cap="none">
                <a:solidFill>
                  <a:schemeClr val="dk2"/>
                </a:solidFill>
                <a:latin typeface="Raleway Medium"/>
                <a:ea typeface="Raleway Medium"/>
                <a:cs typeface="Raleway Medium"/>
                <a:sym typeface="Raleway Medium"/>
              </a:defRPr>
            </a:lvl4pPr>
            <a:lvl5pPr marL="2286000" marR="0" lvl="4" indent="-317500" algn="ctr" rtl="0">
              <a:lnSpc>
                <a:spcPct val="100000"/>
              </a:lnSpc>
              <a:spcBef>
                <a:spcPts val="0"/>
              </a:spcBef>
              <a:spcAft>
                <a:spcPts val="0"/>
              </a:spcAft>
              <a:buClr>
                <a:schemeClr val="dk2"/>
              </a:buClr>
              <a:buSzPts val="1800"/>
              <a:buFont typeface="Raleway Medium"/>
              <a:buNone/>
              <a:defRPr sz="1800" b="0" i="0" u="none" strike="noStrike" cap="none">
                <a:solidFill>
                  <a:schemeClr val="dk2"/>
                </a:solidFill>
                <a:latin typeface="Raleway Medium"/>
                <a:ea typeface="Raleway Medium"/>
                <a:cs typeface="Raleway Medium"/>
                <a:sym typeface="Raleway Medium"/>
              </a:defRPr>
            </a:lvl5pPr>
            <a:lvl6pPr marL="2743200" marR="0" lvl="5" indent="-317500" algn="ctr" rtl="0">
              <a:lnSpc>
                <a:spcPct val="100000"/>
              </a:lnSpc>
              <a:spcBef>
                <a:spcPts val="0"/>
              </a:spcBef>
              <a:spcAft>
                <a:spcPts val="0"/>
              </a:spcAft>
              <a:buClr>
                <a:schemeClr val="dk2"/>
              </a:buClr>
              <a:buSzPts val="1800"/>
              <a:buFont typeface="Raleway Medium"/>
              <a:buNone/>
              <a:defRPr sz="1800" b="0" i="0" u="none" strike="noStrike" cap="none">
                <a:solidFill>
                  <a:schemeClr val="dk2"/>
                </a:solidFill>
                <a:latin typeface="Raleway Medium"/>
                <a:ea typeface="Raleway Medium"/>
                <a:cs typeface="Raleway Medium"/>
                <a:sym typeface="Raleway Medium"/>
              </a:defRPr>
            </a:lvl6pPr>
            <a:lvl7pPr marL="3200400" marR="0" lvl="6" indent="-317500" algn="ctr" rtl="0">
              <a:lnSpc>
                <a:spcPct val="100000"/>
              </a:lnSpc>
              <a:spcBef>
                <a:spcPts val="0"/>
              </a:spcBef>
              <a:spcAft>
                <a:spcPts val="0"/>
              </a:spcAft>
              <a:buClr>
                <a:schemeClr val="dk2"/>
              </a:buClr>
              <a:buSzPts val="1800"/>
              <a:buFont typeface="Raleway Medium"/>
              <a:buNone/>
              <a:defRPr sz="1800" b="0" i="0" u="none" strike="noStrike" cap="none">
                <a:solidFill>
                  <a:schemeClr val="dk2"/>
                </a:solidFill>
                <a:latin typeface="Raleway Medium"/>
                <a:ea typeface="Raleway Medium"/>
                <a:cs typeface="Raleway Medium"/>
                <a:sym typeface="Raleway Medium"/>
              </a:defRPr>
            </a:lvl7pPr>
            <a:lvl8pPr marL="3657600" marR="0" lvl="7" indent="-317500" algn="ctr" rtl="0">
              <a:lnSpc>
                <a:spcPct val="100000"/>
              </a:lnSpc>
              <a:spcBef>
                <a:spcPts val="0"/>
              </a:spcBef>
              <a:spcAft>
                <a:spcPts val="0"/>
              </a:spcAft>
              <a:buClr>
                <a:schemeClr val="dk2"/>
              </a:buClr>
              <a:buSzPts val="1800"/>
              <a:buFont typeface="Raleway Medium"/>
              <a:buNone/>
              <a:defRPr sz="1800" b="0" i="0" u="none" strike="noStrike" cap="none">
                <a:solidFill>
                  <a:schemeClr val="dk2"/>
                </a:solidFill>
                <a:latin typeface="Raleway Medium"/>
                <a:ea typeface="Raleway Medium"/>
                <a:cs typeface="Raleway Medium"/>
                <a:sym typeface="Raleway Medium"/>
              </a:defRPr>
            </a:lvl8pPr>
            <a:lvl9pPr marL="4114800" marR="0" lvl="8" indent="-317500" algn="ctr" rtl="0">
              <a:lnSpc>
                <a:spcPct val="100000"/>
              </a:lnSpc>
              <a:spcBef>
                <a:spcPts val="0"/>
              </a:spcBef>
              <a:spcAft>
                <a:spcPts val="0"/>
              </a:spcAft>
              <a:buClr>
                <a:schemeClr val="dk2"/>
              </a:buClr>
              <a:buSzPts val="1800"/>
              <a:buFont typeface="Raleway Medium"/>
              <a:buNone/>
              <a:defRPr sz="1800" b="0" i="0" u="none" strike="noStrike" cap="none">
                <a:solidFill>
                  <a:schemeClr val="dk2"/>
                </a:solidFill>
                <a:latin typeface="Raleway Medium"/>
                <a:ea typeface="Raleway Medium"/>
                <a:cs typeface="Raleway Medium"/>
                <a:sym typeface="Raleway Medium"/>
              </a:defRPr>
            </a:lvl9pPr>
          </a:lstStyle>
          <a:p>
            <a:pPr marL="0" indent="0" algn="ctr"/>
            <a:r>
              <a:rPr lang="en-US" sz="2400" dirty="0" err="1"/>
              <a:t>Nhóm</a:t>
            </a:r>
            <a:r>
              <a:rPr lang="en-US" sz="2400" dirty="0"/>
              <a:t> 1</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59"/>
        <p:cNvGrpSpPr/>
        <p:nvPr/>
      </p:nvGrpSpPr>
      <p:grpSpPr>
        <a:xfrm>
          <a:off x="0" y="0"/>
          <a:ext cx="0" cy="0"/>
          <a:chOff x="0" y="0"/>
          <a:chExt cx="0" cy="0"/>
        </a:xfrm>
      </p:grpSpPr>
      <p:sp>
        <p:nvSpPr>
          <p:cNvPr id="860" name="Google Shape;860;p54"/>
          <p:cNvSpPr/>
          <p:nvPr/>
        </p:nvSpPr>
        <p:spPr>
          <a:xfrm>
            <a:off x="4472560" y="1682749"/>
            <a:ext cx="2514600" cy="2476179"/>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54"/>
          <p:cNvSpPr/>
          <p:nvPr/>
        </p:nvSpPr>
        <p:spPr>
          <a:xfrm>
            <a:off x="1773135" y="1682749"/>
            <a:ext cx="2514600" cy="2476179"/>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54"/>
          <p:cNvSpPr txBox="1">
            <a:spLocks noGrp="1"/>
          </p:cNvSpPr>
          <p:nvPr>
            <p:ph type="title" idx="15"/>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UTM Andrea" panose="02040603050506020204" pitchFamily="18" charset="0"/>
              </a:rPr>
              <a:t>Thành viên</a:t>
            </a:r>
            <a:endParaRPr dirty="0">
              <a:latin typeface="UTM Andrea" panose="02040603050506020204" pitchFamily="18" charset="0"/>
            </a:endParaRPr>
          </a:p>
        </p:txBody>
      </p:sp>
      <p:sp>
        <p:nvSpPr>
          <p:cNvPr id="864" name="Google Shape;864;p54"/>
          <p:cNvSpPr txBox="1">
            <a:spLocks noGrp="1"/>
          </p:cNvSpPr>
          <p:nvPr>
            <p:ph type="title" idx="4"/>
          </p:nvPr>
        </p:nvSpPr>
        <p:spPr>
          <a:xfrm>
            <a:off x="1883860" y="3096055"/>
            <a:ext cx="2305500" cy="527700"/>
          </a:xfrm>
          <a:prstGeom prst="rect">
            <a:avLst/>
          </a:prstGeom>
        </p:spPr>
        <p:txBody>
          <a:bodyPr spcFirstLastPara="1" wrap="square" lIns="91425" tIns="91425" rIns="91425" bIns="91425" anchor="ctr" anchorCtr="0">
            <a:noAutofit/>
          </a:bodyPr>
          <a:lstStyle/>
          <a:p>
            <a:pPr lvl="0"/>
            <a:r>
              <a:rPr lang="vi-VN" b="1" dirty="0"/>
              <a:t>2001224551</a:t>
            </a:r>
            <a:endParaRPr dirty="0"/>
          </a:p>
        </p:txBody>
      </p:sp>
      <p:sp>
        <p:nvSpPr>
          <p:cNvPr id="865" name="Google Shape;865;p54"/>
          <p:cNvSpPr txBox="1">
            <a:spLocks noGrp="1"/>
          </p:cNvSpPr>
          <p:nvPr>
            <p:ph type="subTitle" idx="5"/>
          </p:nvPr>
        </p:nvSpPr>
        <p:spPr>
          <a:xfrm>
            <a:off x="1883860" y="3606380"/>
            <a:ext cx="2305500" cy="484800"/>
          </a:xfrm>
          <a:prstGeom prst="rect">
            <a:avLst/>
          </a:prstGeom>
        </p:spPr>
        <p:txBody>
          <a:bodyPr spcFirstLastPara="1" wrap="square" lIns="91425" tIns="91425" rIns="91425" bIns="91425" anchor="ctr" anchorCtr="0">
            <a:noAutofit/>
          </a:bodyPr>
          <a:lstStyle/>
          <a:p>
            <a:pPr marL="0" lvl="0" indent="0">
              <a:buClr>
                <a:schemeClr val="hlink"/>
              </a:buClr>
              <a:buSzPts val="1100"/>
            </a:pPr>
            <a:r>
              <a:rPr lang="en-US" dirty="0" err="1"/>
              <a:t>Phạm</a:t>
            </a:r>
            <a:r>
              <a:rPr lang="en-US" dirty="0"/>
              <a:t> Minh </a:t>
            </a:r>
            <a:r>
              <a:rPr lang="en-US" dirty="0" err="1"/>
              <a:t>Tuấn</a:t>
            </a:r>
            <a:endParaRPr dirty="0"/>
          </a:p>
        </p:txBody>
      </p:sp>
      <p:sp>
        <p:nvSpPr>
          <p:cNvPr id="866" name="Google Shape;866;p54"/>
          <p:cNvSpPr txBox="1">
            <a:spLocks noGrp="1"/>
          </p:cNvSpPr>
          <p:nvPr>
            <p:ph type="title"/>
          </p:nvPr>
        </p:nvSpPr>
        <p:spPr>
          <a:xfrm>
            <a:off x="1883860" y="1865037"/>
            <a:ext cx="2305500" cy="527700"/>
          </a:xfrm>
          <a:prstGeom prst="rect">
            <a:avLst/>
          </a:prstGeom>
        </p:spPr>
        <p:txBody>
          <a:bodyPr spcFirstLastPara="1" wrap="square" lIns="91425" tIns="91425" rIns="91425" bIns="91425" anchor="ctr" anchorCtr="0">
            <a:noAutofit/>
          </a:bodyPr>
          <a:lstStyle/>
          <a:p>
            <a:pPr lvl="0"/>
            <a:r>
              <a:rPr lang="en" dirty="0"/>
              <a:t>2001223947</a:t>
            </a:r>
            <a:endParaRPr dirty="0"/>
          </a:p>
        </p:txBody>
      </p:sp>
      <p:sp>
        <p:nvSpPr>
          <p:cNvPr id="867" name="Google Shape;867;p54"/>
          <p:cNvSpPr txBox="1">
            <a:spLocks noGrp="1"/>
          </p:cNvSpPr>
          <p:nvPr>
            <p:ph type="subTitle" idx="1"/>
          </p:nvPr>
        </p:nvSpPr>
        <p:spPr>
          <a:xfrm>
            <a:off x="1883860" y="2375362"/>
            <a:ext cx="2305500" cy="484800"/>
          </a:xfrm>
          <a:prstGeom prst="rect">
            <a:avLst/>
          </a:prstGeom>
        </p:spPr>
        <p:txBody>
          <a:bodyPr spcFirstLastPara="1" wrap="square" lIns="91425" tIns="91425" rIns="91425" bIns="91425" anchor="ctr" anchorCtr="0">
            <a:noAutofit/>
          </a:bodyPr>
          <a:lstStyle/>
          <a:p>
            <a:pPr marL="0" lvl="0" indent="0">
              <a:buClr>
                <a:schemeClr val="hlink"/>
              </a:buClr>
              <a:buSzPts val="1100"/>
            </a:pPr>
            <a:r>
              <a:rPr lang="en-US" dirty="0" err="1"/>
              <a:t>Hồ</a:t>
            </a:r>
            <a:r>
              <a:rPr lang="en-US" dirty="0"/>
              <a:t> </a:t>
            </a:r>
            <a:r>
              <a:rPr lang="en-US" dirty="0" err="1"/>
              <a:t>Đức</a:t>
            </a:r>
            <a:r>
              <a:rPr lang="en-US" dirty="0"/>
              <a:t> </a:t>
            </a:r>
            <a:r>
              <a:rPr lang="en-US" dirty="0" err="1"/>
              <a:t>Hoàng</a:t>
            </a:r>
            <a:r>
              <a:rPr lang="en-US" dirty="0"/>
              <a:t> </a:t>
            </a:r>
            <a:r>
              <a:rPr lang="en-US" dirty="0" err="1"/>
              <a:t>Quân</a:t>
            </a:r>
            <a:r>
              <a:rPr lang="en-US" dirty="0"/>
              <a:t> </a:t>
            </a:r>
            <a:endParaRPr dirty="0"/>
          </a:p>
        </p:txBody>
      </p:sp>
      <p:sp>
        <p:nvSpPr>
          <p:cNvPr id="868" name="Google Shape;868;p54"/>
          <p:cNvSpPr txBox="1">
            <a:spLocks noGrp="1"/>
          </p:cNvSpPr>
          <p:nvPr>
            <p:ph type="title" idx="2"/>
          </p:nvPr>
        </p:nvSpPr>
        <p:spPr>
          <a:xfrm>
            <a:off x="4583129" y="1865037"/>
            <a:ext cx="2305500" cy="527700"/>
          </a:xfrm>
          <a:prstGeom prst="rect">
            <a:avLst/>
          </a:prstGeom>
        </p:spPr>
        <p:txBody>
          <a:bodyPr spcFirstLastPara="1" wrap="square" lIns="91425" tIns="91425" rIns="91425" bIns="91425" anchor="ctr" anchorCtr="0">
            <a:noAutofit/>
          </a:bodyPr>
          <a:lstStyle/>
          <a:p>
            <a:pPr lvl="0"/>
            <a:r>
              <a:rPr lang="vi-VN" b="1" dirty="0"/>
              <a:t>2001223660</a:t>
            </a:r>
            <a:endParaRPr dirty="0"/>
          </a:p>
        </p:txBody>
      </p:sp>
      <p:sp>
        <p:nvSpPr>
          <p:cNvPr id="869" name="Google Shape;869;p54"/>
          <p:cNvSpPr txBox="1">
            <a:spLocks noGrp="1"/>
          </p:cNvSpPr>
          <p:nvPr>
            <p:ph type="subTitle" idx="3"/>
          </p:nvPr>
        </p:nvSpPr>
        <p:spPr>
          <a:xfrm>
            <a:off x="4583129" y="2375362"/>
            <a:ext cx="2305500" cy="484800"/>
          </a:xfrm>
          <a:prstGeom prst="rect">
            <a:avLst/>
          </a:prstGeom>
        </p:spPr>
        <p:txBody>
          <a:bodyPr spcFirstLastPara="1" wrap="square" lIns="91425" tIns="91425" rIns="91425" bIns="91425" anchor="ctr" anchorCtr="0">
            <a:noAutofit/>
          </a:bodyPr>
          <a:lstStyle/>
          <a:p>
            <a:pPr marL="0" lvl="0" indent="0"/>
            <a:r>
              <a:rPr lang="en-US" dirty="0" err="1"/>
              <a:t>Hà</a:t>
            </a:r>
            <a:r>
              <a:rPr lang="en-US" dirty="0"/>
              <a:t> </a:t>
            </a:r>
            <a:r>
              <a:rPr lang="en-US" dirty="0" err="1"/>
              <a:t>Huy</a:t>
            </a:r>
            <a:r>
              <a:rPr lang="en-US" dirty="0"/>
              <a:t> </a:t>
            </a:r>
            <a:r>
              <a:rPr lang="en-US" dirty="0" err="1"/>
              <a:t>Phong</a:t>
            </a:r>
            <a:endParaRPr dirty="0"/>
          </a:p>
        </p:txBody>
      </p:sp>
      <p:sp>
        <p:nvSpPr>
          <p:cNvPr id="870" name="Google Shape;870;p54"/>
          <p:cNvSpPr txBox="1">
            <a:spLocks noGrp="1"/>
          </p:cNvSpPr>
          <p:nvPr>
            <p:ph type="title" idx="6"/>
          </p:nvPr>
        </p:nvSpPr>
        <p:spPr>
          <a:xfrm>
            <a:off x="4583129" y="3113430"/>
            <a:ext cx="2305500" cy="527700"/>
          </a:xfrm>
          <a:prstGeom prst="rect">
            <a:avLst/>
          </a:prstGeom>
        </p:spPr>
        <p:txBody>
          <a:bodyPr spcFirstLastPara="1" wrap="square" lIns="91425" tIns="91425" rIns="91425" bIns="91425" anchor="ctr" anchorCtr="0">
            <a:noAutofit/>
          </a:bodyPr>
          <a:lstStyle/>
          <a:p>
            <a:pPr lvl="0"/>
            <a:r>
              <a:rPr lang="en" dirty="0"/>
              <a:t>2001224717</a:t>
            </a:r>
            <a:endParaRPr dirty="0"/>
          </a:p>
        </p:txBody>
      </p:sp>
      <p:sp>
        <p:nvSpPr>
          <p:cNvPr id="871" name="Google Shape;871;p54"/>
          <p:cNvSpPr txBox="1">
            <a:spLocks noGrp="1"/>
          </p:cNvSpPr>
          <p:nvPr>
            <p:ph type="subTitle" idx="7"/>
          </p:nvPr>
        </p:nvSpPr>
        <p:spPr>
          <a:xfrm>
            <a:off x="4583129" y="3623755"/>
            <a:ext cx="2305500" cy="484800"/>
          </a:xfrm>
          <a:prstGeom prst="rect">
            <a:avLst/>
          </a:prstGeom>
        </p:spPr>
        <p:txBody>
          <a:bodyPr spcFirstLastPara="1" wrap="square" lIns="91425" tIns="91425" rIns="91425" bIns="91425" anchor="ctr" anchorCtr="0">
            <a:noAutofit/>
          </a:bodyPr>
          <a:lstStyle/>
          <a:p>
            <a:pPr marL="0" lvl="0" indent="0">
              <a:buClr>
                <a:schemeClr val="hlink"/>
              </a:buClr>
              <a:buSzPts val="1100"/>
            </a:pPr>
            <a:r>
              <a:rPr lang="en-US" dirty="0"/>
              <a:t> </a:t>
            </a:r>
            <a:r>
              <a:rPr lang="en-US" dirty="0" err="1"/>
              <a:t>Lê</a:t>
            </a:r>
            <a:r>
              <a:rPr lang="en-US" dirty="0"/>
              <a:t> </a:t>
            </a:r>
            <a:r>
              <a:rPr lang="en-US" dirty="0" err="1"/>
              <a:t>Văn</a:t>
            </a:r>
            <a:r>
              <a:rPr lang="en-US" dirty="0"/>
              <a:t> </a:t>
            </a:r>
            <a:r>
              <a:rPr lang="en-US" dirty="0" err="1"/>
              <a:t>Thành</a:t>
            </a:r>
            <a:endParaRPr dirty="0"/>
          </a:p>
        </p:txBody>
      </p:sp>
      <p:cxnSp>
        <p:nvCxnSpPr>
          <p:cNvPr id="889" name="Google Shape;889;p54"/>
          <p:cNvCxnSpPr/>
          <p:nvPr/>
        </p:nvCxnSpPr>
        <p:spPr>
          <a:xfrm>
            <a:off x="1671860" y="2909360"/>
            <a:ext cx="5651500" cy="11478"/>
          </a:xfrm>
          <a:prstGeom prst="straightConnector1">
            <a:avLst/>
          </a:prstGeom>
          <a:noFill/>
          <a:ln w="19050" cap="flat" cmpd="sng">
            <a:solidFill>
              <a:schemeClr val="dk1"/>
            </a:solidFill>
            <a:prstDash val="solid"/>
            <a:round/>
            <a:headEnd type="none" w="med" len="med"/>
            <a:tailEnd type="none" w="med" len="med"/>
          </a:ln>
        </p:spPr>
      </p:cxnSp>
      <p:grpSp>
        <p:nvGrpSpPr>
          <p:cNvPr id="896" name="Google Shape;896;p54"/>
          <p:cNvGrpSpPr/>
          <p:nvPr/>
        </p:nvGrpSpPr>
        <p:grpSpPr>
          <a:xfrm>
            <a:off x="2395275" y="545887"/>
            <a:ext cx="913425" cy="297261"/>
            <a:chOff x="6514150" y="4420266"/>
            <a:chExt cx="913425" cy="370975"/>
          </a:xfrm>
        </p:grpSpPr>
        <p:sp>
          <p:nvSpPr>
            <p:cNvPr id="897" name="Google Shape;897;p54"/>
            <p:cNvSpPr/>
            <p:nvPr/>
          </p:nvSpPr>
          <p:spPr>
            <a:xfrm>
              <a:off x="6938875" y="4420266"/>
              <a:ext cx="488700" cy="370975"/>
            </a:xfrm>
            <a:custGeom>
              <a:avLst/>
              <a:gdLst/>
              <a:ahLst/>
              <a:cxnLst/>
              <a:rect l="l" t="t" r="r" b="b"/>
              <a:pathLst>
                <a:path w="19548" h="14839" extrusionOk="0">
                  <a:moveTo>
                    <a:pt x="8160" y="1"/>
                  </a:moveTo>
                  <a:lnTo>
                    <a:pt x="1" y="14838"/>
                  </a:lnTo>
                  <a:lnTo>
                    <a:pt x="11388" y="14838"/>
                  </a:lnTo>
                  <a:lnTo>
                    <a:pt x="195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54"/>
            <p:cNvSpPr/>
            <p:nvPr/>
          </p:nvSpPr>
          <p:spPr>
            <a:xfrm>
              <a:off x="6514150" y="4420266"/>
              <a:ext cx="488700" cy="370975"/>
            </a:xfrm>
            <a:custGeom>
              <a:avLst/>
              <a:gdLst/>
              <a:ahLst/>
              <a:cxnLst/>
              <a:rect l="l" t="t" r="r" b="b"/>
              <a:pathLst>
                <a:path w="19548" h="14839" extrusionOk="0">
                  <a:moveTo>
                    <a:pt x="8160" y="1"/>
                  </a:moveTo>
                  <a:lnTo>
                    <a:pt x="1" y="14838"/>
                  </a:lnTo>
                  <a:lnTo>
                    <a:pt x="11388" y="14838"/>
                  </a:lnTo>
                  <a:lnTo>
                    <a:pt x="195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14561630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40"/>
          <p:cNvSpPr/>
          <p:nvPr/>
        </p:nvSpPr>
        <p:spPr>
          <a:xfrm>
            <a:off x="6037030" y="2922741"/>
            <a:ext cx="2495100" cy="1798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40"/>
          <p:cNvSpPr/>
          <p:nvPr/>
        </p:nvSpPr>
        <p:spPr>
          <a:xfrm>
            <a:off x="6037192" y="1059641"/>
            <a:ext cx="2495100" cy="1798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40"/>
          <p:cNvSpPr/>
          <p:nvPr/>
        </p:nvSpPr>
        <p:spPr>
          <a:xfrm>
            <a:off x="3336004" y="2922741"/>
            <a:ext cx="2495100" cy="1798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40"/>
          <p:cNvSpPr/>
          <p:nvPr/>
        </p:nvSpPr>
        <p:spPr>
          <a:xfrm>
            <a:off x="3336167" y="1059641"/>
            <a:ext cx="2495100" cy="1798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40"/>
          <p:cNvSpPr/>
          <p:nvPr/>
        </p:nvSpPr>
        <p:spPr>
          <a:xfrm>
            <a:off x="623637" y="2922741"/>
            <a:ext cx="2495100" cy="1798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40"/>
          <p:cNvSpPr/>
          <p:nvPr/>
        </p:nvSpPr>
        <p:spPr>
          <a:xfrm>
            <a:off x="623800" y="1059641"/>
            <a:ext cx="2495100" cy="1798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40"/>
          <p:cNvSpPr txBox="1">
            <a:spLocks noGrp="1"/>
          </p:cNvSpPr>
          <p:nvPr>
            <p:ph type="title"/>
          </p:nvPr>
        </p:nvSpPr>
        <p:spPr>
          <a:xfrm>
            <a:off x="720000" y="1621208"/>
            <a:ext cx="2336400" cy="722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latin typeface="UTM Andrea" panose="02040603050506020204" pitchFamily="18" charset="0"/>
                <a:cs typeface="Farsan" panose="00000500000000000000" pitchFamily="2" charset="0"/>
              </a:rPr>
              <a:t>Giới thiệu</a:t>
            </a:r>
            <a:endParaRPr dirty="0">
              <a:latin typeface="UTM Andrea" panose="02040603050506020204" pitchFamily="18" charset="0"/>
              <a:cs typeface="Farsan" panose="00000500000000000000" pitchFamily="2" charset="0"/>
            </a:endParaRPr>
          </a:p>
        </p:txBody>
      </p:sp>
      <p:sp>
        <p:nvSpPr>
          <p:cNvPr id="416" name="Google Shape;416;p40"/>
          <p:cNvSpPr txBox="1">
            <a:spLocks noGrp="1"/>
          </p:cNvSpPr>
          <p:nvPr>
            <p:ph type="title" idx="2"/>
          </p:nvPr>
        </p:nvSpPr>
        <p:spPr>
          <a:xfrm>
            <a:off x="720000" y="1158483"/>
            <a:ext cx="924600" cy="412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latin typeface="UTM Andrea" panose="02040603050506020204" pitchFamily="18" charset="0"/>
              </a:rPr>
              <a:t>01.</a:t>
            </a:r>
            <a:endParaRPr dirty="0">
              <a:latin typeface="UTM Andrea" panose="02040603050506020204" pitchFamily="18" charset="0"/>
            </a:endParaRPr>
          </a:p>
        </p:txBody>
      </p:sp>
      <p:sp>
        <p:nvSpPr>
          <p:cNvPr id="417" name="Google Shape;417;p40"/>
          <p:cNvSpPr txBox="1">
            <a:spLocks noGrp="1"/>
          </p:cNvSpPr>
          <p:nvPr>
            <p:ph type="title" idx="3"/>
          </p:nvPr>
        </p:nvSpPr>
        <p:spPr>
          <a:xfrm>
            <a:off x="3403800" y="1621216"/>
            <a:ext cx="2336400" cy="72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latin typeface="UTM Andrea" panose="02040603050506020204" pitchFamily="18" charset="0"/>
              </a:rPr>
              <a:t>Chức năng</a:t>
            </a:r>
            <a:endParaRPr dirty="0">
              <a:latin typeface="UTM Andrea" panose="02040603050506020204" pitchFamily="18" charset="0"/>
            </a:endParaRPr>
          </a:p>
        </p:txBody>
      </p:sp>
      <p:sp>
        <p:nvSpPr>
          <p:cNvPr id="418" name="Google Shape;418;p40"/>
          <p:cNvSpPr txBox="1">
            <a:spLocks noGrp="1"/>
          </p:cNvSpPr>
          <p:nvPr>
            <p:ph type="title" idx="4"/>
          </p:nvPr>
        </p:nvSpPr>
        <p:spPr>
          <a:xfrm>
            <a:off x="3403800" y="1158483"/>
            <a:ext cx="923400" cy="412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latin typeface="UTM Andrea" panose="02040603050506020204" pitchFamily="18" charset="0"/>
              </a:rPr>
              <a:t>02.</a:t>
            </a:r>
            <a:endParaRPr dirty="0">
              <a:latin typeface="UTM Andrea" panose="02040603050506020204" pitchFamily="18" charset="0"/>
            </a:endParaRPr>
          </a:p>
        </p:txBody>
      </p:sp>
      <p:sp>
        <p:nvSpPr>
          <p:cNvPr id="420" name="Google Shape;420;p40"/>
          <p:cNvSpPr txBox="1">
            <a:spLocks noGrp="1"/>
          </p:cNvSpPr>
          <p:nvPr>
            <p:ph type="title" idx="6"/>
          </p:nvPr>
        </p:nvSpPr>
        <p:spPr>
          <a:xfrm>
            <a:off x="6116380" y="1621208"/>
            <a:ext cx="2336400" cy="722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latin typeface="UTM Andrea" panose="02040603050506020204" pitchFamily="18" charset="0"/>
              </a:rPr>
              <a:t>Thiết kế </a:t>
            </a:r>
            <a:br>
              <a:rPr lang="en" dirty="0">
                <a:latin typeface="UTM Andrea" panose="02040603050506020204" pitchFamily="18" charset="0"/>
              </a:rPr>
            </a:br>
            <a:r>
              <a:rPr lang="en" dirty="0">
                <a:latin typeface="UTM Andrea" panose="02040603050506020204" pitchFamily="18" charset="0"/>
              </a:rPr>
              <a:t>hệ thống</a:t>
            </a:r>
            <a:endParaRPr dirty="0">
              <a:latin typeface="UTM Andrea" panose="02040603050506020204" pitchFamily="18" charset="0"/>
            </a:endParaRPr>
          </a:p>
        </p:txBody>
      </p:sp>
      <p:sp>
        <p:nvSpPr>
          <p:cNvPr id="421" name="Google Shape;421;p40"/>
          <p:cNvSpPr txBox="1">
            <a:spLocks noGrp="1"/>
          </p:cNvSpPr>
          <p:nvPr>
            <p:ph type="title" idx="7"/>
          </p:nvPr>
        </p:nvSpPr>
        <p:spPr>
          <a:xfrm>
            <a:off x="6087600" y="1158483"/>
            <a:ext cx="923400" cy="412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UTM Andrea" panose="02040603050506020204" pitchFamily="18" charset="0"/>
              </a:rPr>
              <a:t>03.</a:t>
            </a:r>
            <a:endParaRPr>
              <a:latin typeface="UTM Andrea" panose="02040603050506020204" pitchFamily="18" charset="0"/>
            </a:endParaRPr>
          </a:p>
        </p:txBody>
      </p:sp>
      <p:sp>
        <p:nvSpPr>
          <p:cNvPr id="423" name="Google Shape;423;p40"/>
          <p:cNvSpPr txBox="1">
            <a:spLocks noGrp="1"/>
          </p:cNvSpPr>
          <p:nvPr>
            <p:ph type="title" idx="9"/>
          </p:nvPr>
        </p:nvSpPr>
        <p:spPr>
          <a:xfrm>
            <a:off x="720000" y="3711591"/>
            <a:ext cx="2336400" cy="722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err="1">
                <a:solidFill>
                  <a:schemeClr val="accent2"/>
                </a:solidFill>
                <a:latin typeface="UTM Andrea" panose="02040603050506020204" pitchFamily="18" charset="0"/>
              </a:rPr>
              <a:t>Thiết</a:t>
            </a:r>
            <a:r>
              <a:rPr lang="en-US" dirty="0">
                <a:solidFill>
                  <a:schemeClr val="accent2"/>
                </a:solidFill>
                <a:latin typeface="UTM Andrea" panose="02040603050506020204" pitchFamily="18" charset="0"/>
              </a:rPr>
              <a:t> </a:t>
            </a:r>
            <a:r>
              <a:rPr lang="en-US" dirty="0" err="1">
                <a:solidFill>
                  <a:schemeClr val="accent2"/>
                </a:solidFill>
                <a:latin typeface="UTM Andrea" panose="02040603050506020204" pitchFamily="18" charset="0"/>
              </a:rPr>
              <a:t>kế</a:t>
            </a:r>
            <a:br>
              <a:rPr lang="en-US" dirty="0">
                <a:solidFill>
                  <a:schemeClr val="accent2"/>
                </a:solidFill>
                <a:latin typeface="UTM Andrea" panose="02040603050506020204" pitchFamily="18" charset="0"/>
              </a:rPr>
            </a:br>
            <a:r>
              <a:rPr lang="en-US" dirty="0" err="1">
                <a:solidFill>
                  <a:schemeClr val="accent2"/>
                </a:solidFill>
                <a:latin typeface="UTM Andrea" panose="02040603050506020204" pitchFamily="18" charset="0"/>
              </a:rPr>
              <a:t>giao</a:t>
            </a:r>
            <a:r>
              <a:rPr lang="en-US" dirty="0">
                <a:solidFill>
                  <a:schemeClr val="accent2"/>
                </a:solidFill>
                <a:latin typeface="UTM Andrea" panose="02040603050506020204" pitchFamily="18" charset="0"/>
              </a:rPr>
              <a:t> </a:t>
            </a:r>
            <a:r>
              <a:rPr lang="en-US" dirty="0" err="1">
                <a:solidFill>
                  <a:schemeClr val="accent2"/>
                </a:solidFill>
                <a:latin typeface="UTM Andrea" panose="02040603050506020204" pitchFamily="18" charset="0"/>
              </a:rPr>
              <a:t>diện</a:t>
            </a:r>
            <a:endParaRPr dirty="0">
              <a:solidFill>
                <a:schemeClr val="accent2"/>
              </a:solidFill>
              <a:latin typeface="UTM Andrea" panose="02040603050506020204" pitchFamily="18" charset="0"/>
            </a:endParaRPr>
          </a:p>
        </p:txBody>
      </p:sp>
      <p:sp>
        <p:nvSpPr>
          <p:cNvPr id="424" name="Google Shape;424;p40"/>
          <p:cNvSpPr txBox="1">
            <a:spLocks noGrp="1"/>
          </p:cNvSpPr>
          <p:nvPr>
            <p:ph type="title" idx="13"/>
          </p:nvPr>
        </p:nvSpPr>
        <p:spPr>
          <a:xfrm>
            <a:off x="720000" y="3012741"/>
            <a:ext cx="923400" cy="411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UTM Andrea" panose="02040603050506020204" pitchFamily="18" charset="0"/>
              </a:rPr>
              <a:t>04.</a:t>
            </a:r>
            <a:endParaRPr>
              <a:latin typeface="UTM Andrea" panose="02040603050506020204" pitchFamily="18" charset="0"/>
            </a:endParaRPr>
          </a:p>
        </p:txBody>
      </p:sp>
      <p:sp>
        <p:nvSpPr>
          <p:cNvPr id="426" name="Google Shape;426;p40"/>
          <p:cNvSpPr txBox="1">
            <a:spLocks noGrp="1"/>
          </p:cNvSpPr>
          <p:nvPr>
            <p:ph type="title" idx="15"/>
          </p:nvPr>
        </p:nvSpPr>
        <p:spPr>
          <a:xfrm>
            <a:off x="3403800" y="3711591"/>
            <a:ext cx="2336400" cy="722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err="1">
                <a:solidFill>
                  <a:schemeClr val="accent2"/>
                </a:solidFill>
                <a:latin typeface="UTM Andrea" panose="02040603050506020204" pitchFamily="18" charset="0"/>
              </a:rPr>
              <a:t>Nhân</a:t>
            </a:r>
            <a:r>
              <a:rPr lang="en-US" dirty="0">
                <a:solidFill>
                  <a:schemeClr val="accent2"/>
                </a:solidFill>
                <a:latin typeface="UTM Andrea" panose="02040603050506020204" pitchFamily="18" charset="0"/>
              </a:rPr>
              <a:t> </a:t>
            </a:r>
            <a:r>
              <a:rPr lang="en-US" dirty="0" err="1">
                <a:solidFill>
                  <a:schemeClr val="accent2"/>
                </a:solidFill>
                <a:latin typeface="UTM Andrea" panose="02040603050506020204" pitchFamily="18" charset="0"/>
              </a:rPr>
              <a:t>vật</a:t>
            </a:r>
            <a:endParaRPr dirty="0">
              <a:solidFill>
                <a:schemeClr val="accent2"/>
              </a:solidFill>
              <a:latin typeface="UTM Andrea" panose="02040603050506020204" pitchFamily="18" charset="0"/>
            </a:endParaRPr>
          </a:p>
        </p:txBody>
      </p:sp>
      <p:sp>
        <p:nvSpPr>
          <p:cNvPr id="427" name="Google Shape;427;p40"/>
          <p:cNvSpPr txBox="1">
            <a:spLocks noGrp="1"/>
          </p:cNvSpPr>
          <p:nvPr>
            <p:ph type="title" idx="16"/>
          </p:nvPr>
        </p:nvSpPr>
        <p:spPr>
          <a:xfrm>
            <a:off x="3403800" y="3012741"/>
            <a:ext cx="923400" cy="411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UTM Andrea" panose="02040603050506020204" pitchFamily="18" charset="0"/>
              </a:rPr>
              <a:t>05.</a:t>
            </a:r>
            <a:endParaRPr>
              <a:latin typeface="UTM Andrea" panose="02040603050506020204" pitchFamily="18" charset="0"/>
            </a:endParaRPr>
          </a:p>
        </p:txBody>
      </p:sp>
      <p:sp>
        <p:nvSpPr>
          <p:cNvPr id="429" name="Google Shape;429;p40"/>
          <p:cNvSpPr txBox="1">
            <a:spLocks noGrp="1"/>
          </p:cNvSpPr>
          <p:nvPr>
            <p:ph type="title" idx="18"/>
          </p:nvPr>
        </p:nvSpPr>
        <p:spPr>
          <a:xfrm>
            <a:off x="6116380" y="3711591"/>
            <a:ext cx="2336400" cy="722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solidFill>
                  <a:schemeClr val="accent2"/>
                </a:solidFill>
                <a:latin typeface="UTM Andrea" panose="02040603050506020204" pitchFamily="18" charset="0"/>
              </a:rPr>
              <a:t>Demo</a:t>
            </a:r>
            <a:endParaRPr dirty="0">
              <a:solidFill>
                <a:schemeClr val="accent2"/>
              </a:solidFill>
              <a:latin typeface="UTM Andrea" panose="02040603050506020204" pitchFamily="18" charset="0"/>
            </a:endParaRPr>
          </a:p>
        </p:txBody>
      </p:sp>
      <p:sp>
        <p:nvSpPr>
          <p:cNvPr id="430" name="Google Shape;430;p40"/>
          <p:cNvSpPr txBox="1">
            <a:spLocks noGrp="1"/>
          </p:cNvSpPr>
          <p:nvPr>
            <p:ph type="title" idx="19"/>
          </p:nvPr>
        </p:nvSpPr>
        <p:spPr>
          <a:xfrm>
            <a:off x="6087600" y="3012741"/>
            <a:ext cx="923400" cy="411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UTM Andrea" panose="02040603050506020204" pitchFamily="18" charset="0"/>
              </a:rPr>
              <a:t>06.</a:t>
            </a:r>
            <a:endParaRPr>
              <a:latin typeface="UTM Andrea" panose="02040603050506020204" pitchFamily="18" charset="0"/>
            </a:endParaRPr>
          </a:p>
        </p:txBody>
      </p:sp>
      <p:sp>
        <p:nvSpPr>
          <p:cNvPr id="432" name="Google Shape;432;p40"/>
          <p:cNvSpPr txBox="1">
            <a:spLocks noGrp="1"/>
          </p:cNvSpPr>
          <p:nvPr>
            <p:ph type="title" idx="21"/>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err="1">
                <a:latin typeface="UTM Andrea" panose="02040603050506020204" pitchFamily="18" charset="0"/>
                <a:ea typeface="Verdana" panose="020B0604030504040204" pitchFamily="34" charset="0"/>
              </a:rPr>
              <a:t>Tổng</a:t>
            </a:r>
            <a:r>
              <a:rPr lang="en-US" dirty="0">
                <a:latin typeface="UTM Andrea" panose="02040603050506020204" pitchFamily="18" charset="0"/>
                <a:ea typeface="Verdana" panose="020B0604030504040204" pitchFamily="34" charset="0"/>
              </a:rPr>
              <a:t> </a:t>
            </a:r>
            <a:r>
              <a:rPr lang="en-US" dirty="0" err="1">
                <a:latin typeface="UTM Andrea" panose="02040603050506020204" pitchFamily="18" charset="0"/>
                <a:ea typeface="Verdana" panose="020B0604030504040204" pitchFamily="34" charset="0"/>
              </a:rPr>
              <a:t>quát</a:t>
            </a:r>
            <a:endParaRPr dirty="0">
              <a:latin typeface="UTM Andrea" panose="02040603050506020204" pitchFamily="18" charset="0"/>
              <a:ea typeface="Verdana" panose="020B0604030504040204" pitchFamily="34" charset="0"/>
            </a:endParaRPr>
          </a:p>
        </p:txBody>
      </p:sp>
      <p:sp>
        <p:nvSpPr>
          <p:cNvPr id="433" name="Google Shape;433;p40"/>
          <p:cNvSpPr/>
          <p:nvPr/>
        </p:nvSpPr>
        <p:spPr>
          <a:xfrm>
            <a:off x="8262473" y="1570679"/>
            <a:ext cx="549900" cy="549900"/>
          </a:xfrm>
          <a:prstGeom prst="ellipse">
            <a:avLst/>
          </a:prstGeom>
          <a:solidFill>
            <a:schemeClr val="accent1">
              <a:alpha val="359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40"/>
          <p:cNvSpPr/>
          <p:nvPr/>
        </p:nvSpPr>
        <p:spPr>
          <a:xfrm>
            <a:off x="1402060" y="500977"/>
            <a:ext cx="796500" cy="796500"/>
          </a:xfrm>
          <a:prstGeom prst="ellipse">
            <a:avLst/>
          </a:prstGeom>
          <a:solidFill>
            <a:schemeClr val="accent1">
              <a:alpha val="359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5" name="Google Shape;435;p40"/>
          <p:cNvGrpSpPr/>
          <p:nvPr/>
        </p:nvGrpSpPr>
        <p:grpSpPr>
          <a:xfrm rot="10800000">
            <a:off x="1186863" y="823412"/>
            <a:ext cx="537556" cy="136576"/>
            <a:chOff x="2641350" y="846250"/>
            <a:chExt cx="413600" cy="105075"/>
          </a:xfrm>
        </p:grpSpPr>
        <p:sp>
          <p:nvSpPr>
            <p:cNvPr id="436" name="Google Shape;436;p40"/>
            <p:cNvSpPr/>
            <p:nvPr/>
          </p:nvSpPr>
          <p:spPr>
            <a:xfrm>
              <a:off x="2991475" y="846250"/>
              <a:ext cx="63475" cy="105075"/>
            </a:xfrm>
            <a:custGeom>
              <a:avLst/>
              <a:gdLst/>
              <a:ahLst/>
              <a:cxnLst/>
              <a:rect l="l" t="t" r="r" b="b"/>
              <a:pathLst>
                <a:path w="2539" h="4203" extrusionOk="0">
                  <a:moveTo>
                    <a:pt x="2092" y="1"/>
                  </a:moveTo>
                  <a:lnTo>
                    <a:pt x="1" y="2111"/>
                  </a:lnTo>
                  <a:lnTo>
                    <a:pt x="2092" y="4202"/>
                  </a:lnTo>
                  <a:lnTo>
                    <a:pt x="2538" y="3756"/>
                  </a:lnTo>
                  <a:lnTo>
                    <a:pt x="874" y="2111"/>
                  </a:lnTo>
                  <a:lnTo>
                    <a:pt x="2538" y="447"/>
                  </a:lnTo>
                  <a:lnTo>
                    <a:pt x="209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40"/>
            <p:cNvSpPr/>
            <p:nvPr/>
          </p:nvSpPr>
          <p:spPr>
            <a:xfrm>
              <a:off x="2874775" y="846250"/>
              <a:ext cx="63450" cy="105075"/>
            </a:xfrm>
            <a:custGeom>
              <a:avLst/>
              <a:gdLst/>
              <a:ahLst/>
              <a:cxnLst/>
              <a:rect l="l" t="t" r="r" b="b"/>
              <a:pathLst>
                <a:path w="2538" h="4203" extrusionOk="0">
                  <a:moveTo>
                    <a:pt x="2091" y="1"/>
                  </a:moveTo>
                  <a:lnTo>
                    <a:pt x="0" y="2111"/>
                  </a:lnTo>
                  <a:lnTo>
                    <a:pt x="2091" y="4202"/>
                  </a:lnTo>
                  <a:lnTo>
                    <a:pt x="2538" y="3756"/>
                  </a:lnTo>
                  <a:lnTo>
                    <a:pt x="894" y="2111"/>
                  </a:lnTo>
                  <a:lnTo>
                    <a:pt x="2538" y="447"/>
                  </a:lnTo>
                  <a:lnTo>
                    <a:pt x="20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40"/>
            <p:cNvSpPr/>
            <p:nvPr/>
          </p:nvSpPr>
          <p:spPr>
            <a:xfrm>
              <a:off x="2758075" y="846250"/>
              <a:ext cx="63450" cy="105075"/>
            </a:xfrm>
            <a:custGeom>
              <a:avLst/>
              <a:gdLst/>
              <a:ahLst/>
              <a:cxnLst/>
              <a:rect l="l" t="t" r="r" b="b"/>
              <a:pathLst>
                <a:path w="2538" h="4203" extrusionOk="0">
                  <a:moveTo>
                    <a:pt x="2111" y="1"/>
                  </a:moveTo>
                  <a:lnTo>
                    <a:pt x="0" y="2111"/>
                  </a:lnTo>
                  <a:lnTo>
                    <a:pt x="2111" y="4202"/>
                  </a:lnTo>
                  <a:lnTo>
                    <a:pt x="2537" y="3756"/>
                  </a:lnTo>
                  <a:lnTo>
                    <a:pt x="893" y="2111"/>
                  </a:lnTo>
                  <a:lnTo>
                    <a:pt x="2537" y="447"/>
                  </a:lnTo>
                  <a:lnTo>
                    <a:pt x="21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40"/>
            <p:cNvSpPr/>
            <p:nvPr/>
          </p:nvSpPr>
          <p:spPr>
            <a:xfrm>
              <a:off x="2641350" y="846250"/>
              <a:ext cx="63975" cy="105075"/>
            </a:xfrm>
            <a:custGeom>
              <a:avLst/>
              <a:gdLst/>
              <a:ahLst/>
              <a:cxnLst/>
              <a:rect l="l" t="t" r="r" b="b"/>
              <a:pathLst>
                <a:path w="2559" h="4203" extrusionOk="0">
                  <a:moveTo>
                    <a:pt x="2112" y="1"/>
                  </a:moveTo>
                  <a:lnTo>
                    <a:pt x="1" y="2111"/>
                  </a:lnTo>
                  <a:lnTo>
                    <a:pt x="2112" y="4202"/>
                  </a:lnTo>
                  <a:lnTo>
                    <a:pt x="2558" y="3756"/>
                  </a:lnTo>
                  <a:lnTo>
                    <a:pt x="894" y="2111"/>
                  </a:lnTo>
                  <a:lnTo>
                    <a:pt x="2558" y="447"/>
                  </a:lnTo>
                  <a:lnTo>
                    <a:pt x="21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42"/>
          <p:cNvSpPr/>
          <p:nvPr/>
        </p:nvSpPr>
        <p:spPr>
          <a:xfrm>
            <a:off x="1441200" y="519600"/>
            <a:ext cx="6261600" cy="410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42"/>
          <p:cNvSpPr/>
          <p:nvPr/>
        </p:nvSpPr>
        <p:spPr>
          <a:xfrm>
            <a:off x="1791350" y="851550"/>
            <a:ext cx="5580000" cy="3440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42"/>
          <p:cNvSpPr txBox="1">
            <a:spLocks noGrp="1"/>
          </p:cNvSpPr>
          <p:nvPr>
            <p:ph type="title"/>
          </p:nvPr>
        </p:nvSpPr>
        <p:spPr>
          <a:xfrm>
            <a:off x="2106050" y="2190967"/>
            <a:ext cx="49449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UTM Andrea" panose="02040603050506020204" pitchFamily="18" charset="0"/>
              </a:rPr>
              <a:t>Giới thiệu</a:t>
            </a:r>
            <a:endParaRPr dirty="0">
              <a:latin typeface="UTM Andrea" panose="02040603050506020204" pitchFamily="18" charset="0"/>
            </a:endParaRPr>
          </a:p>
        </p:txBody>
      </p:sp>
      <p:sp>
        <p:nvSpPr>
          <p:cNvPr id="460" name="Google Shape;460;p42"/>
          <p:cNvSpPr txBox="1">
            <a:spLocks noGrp="1"/>
          </p:cNvSpPr>
          <p:nvPr>
            <p:ph type="title" idx="2"/>
          </p:nvPr>
        </p:nvSpPr>
        <p:spPr>
          <a:xfrm>
            <a:off x="3638942" y="1349167"/>
            <a:ext cx="18828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UTM Andrea" panose="02040603050506020204" pitchFamily="18" charset="0"/>
              </a:rPr>
              <a:t>01.</a:t>
            </a:r>
            <a:endParaRPr dirty="0">
              <a:latin typeface="UTM Andrea" panose="02040603050506020204" pitchFamily="18" charset="0"/>
            </a:endParaRPr>
          </a:p>
        </p:txBody>
      </p:sp>
      <p:sp>
        <p:nvSpPr>
          <p:cNvPr id="462" name="Google Shape;462;p42"/>
          <p:cNvSpPr/>
          <p:nvPr/>
        </p:nvSpPr>
        <p:spPr>
          <a:xfrm>
            <a:off x="3660577" y="1243965"/>
            <a:ext cx="998400" cy="998400"/>
          </a:xfrm>
          <a:prstGeom prst="ellipse">
            <a:avLst/>
          </a:prstGeom>
          <a:solidFill>
            <a:schemeClr val="hlink">
              <a:alpha val="383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3" name="Google Shape;463;p42"/>
          <p:cNvGrpSpPr/>
          <p:nvPr/>
        </p:nvGrpSpPr>
        <p:grpSpPr>
          <a:xfrm>
            <a:off x="2710863" y="1234912"/>
            <a:ext cx="537556" cy="136576"/>
            <a:chOff x="2641350" y="846250"/>
            <a:chExt cx="413600" cy="105075"/>
          </a:xfrm>
        </p:grpSpPr>
        <p:sp>
          <p:nvSpPr>
            <p:cNvPr id="464" name="Google Shape;464;p42"/>
            <p:cNvSpPr/>
            <p:nvPr/>
          </p:nvSpPr>
          <p:spPr>
            <a:xfrm>
              <a:off x="2991475" y="846250"/>
              <a:ext cx="63475" cy="105075"/>
            </a:xfrm>
            <a:custGeom>
              <a:avLst/>
              <a:gdLst/>
              <a:ahLst/>
              <a:cxnLst/>
              <a:rect l="l" t="t" r="r" b="b"/>
              <a:pathLst>
                <a:path w="2539" h="4203" extrusionOk="0">
                  <a:moveTo>
                    <a:pt x="2092" y="1"/>
                  </a:moveTo>
                  <a:lnTo>
                    <a:pt x="1" y="2111"/>
                  </a:lnTo>
                  <a:lnTo>
                    <a:pt x="2092" y="4202"/>
                  </a:lnTo>
                  <a:lnTo>
                    <a:pt x="2538" y="3756"/>
                  </a:lnTo>
                  <a:lnTo>
                    <a:pt x="874" y="2111"/>
                  </a:lnTo>
                  <a:lnTo>
                    <a:pt x="2538" y="447"/>
                  </a:lnTo>
                  <a:lnTo>
                    <a:pt x="209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42"/>
            <p:cNvSpPr/>
            <p:nvPr/>
          </p:nvSpPr>
          <p:spPr>
            <a:xfrm>
              <a:off x="2874775" y="846250"/>
              <a:ext cx="63450" cy="105075"/>
            </a:xfrm>
            <a:custGeom>
              <a:avLst/>
              <a:gdLst/>
              <a:ahLst/>
              <a:cxnLst/>
              <a:rect l="l" t="t" r="r" b="b"/>
              <a:pathLst>
                <a:path w="2538" h="4203" extrusionOk="0">
                  <a:moveTo>
                    <a:pt x="2091" y="1"/>
                  </a:moveTo>
                  <a:lnTo>
                    <a:pt x="0" y="2111"/>
                  </a:lnTo>
                  <a:lnTo>
                    <a:pt x="2091" y="4202"/>
                  </a:lnTo>
                  <a:lnTo>
                    <a:pt x="2538" y="3756"/>
                  </a:lnTo>
                  <a:lnTo>
                    <a:pt x="894" y="2111"/>
                  </a:lnTo>
                  <a:lnTo>
                    <a:pt x="2538" y="447"/>
                  </a:lnTo>
                  <a:lnTo>
                    <a:pt x="209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42"/>
            <p:cNvSpPr/>
            <p:nvPr/>
          </p:nvSpPr>
          <p:spPr>
            <a:xfrm>
              <a:off x="2758075" y="846250"/>
              <a:ext cx="63450" cy="105075"/>
            </a:xfrm>
            <a:custGeom>
              <a:avLst/>
              <a:gdLst/>
              <a:ahLst/>
              <a:cxnLst/>
              <a:rect l="l" t="t" r="r" b="b"/>
              <a:pathLst>
                <a:path w="2538" h="4203" extrusionOk="0">
                  <a:moveTo>
                    <a:pt x="2111" y="1"/>
                  </a:moveTo>
                  <a:lnTo>
                    <a:pt x="0" y="2111"/>
                  </a:lnTo>
                  <a:lnTo>
                    <a:pt x="2111" y="4202"/>
                  </a:lnTo>
                  <a:lnTo>
                    <a:pt x="2537" y="3756"/>
                  </a:lnTo>
                  <a:lnTo>
                    <a:pt x="893" y="2111"/>
                  </a:lnTo>
                  <a:lnTo>
                    <a:pt x="2537" y="447"/>
                  </a:lnTo>
                  <a:lnTo>
                    <a:pt x="211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42"/>
            <p:cNvSpPr/>
            <p:nvPr/>
          </p:nvSpPr>
          <p:spPr>
            <a:xfrm>
              <a:off x="2641350" y="846250"/>
              <a:ext cx="63975" cy="105075"/>
            </a:xfrm>
            <a:custGeom>
              <a:avLst/>
              <a:gdLst/>
              <a:ahLst/>
              <a:cxnLst/>
              <a:rect l="l" t="t" r="r" b="b"/>
              <a:pathLst>
                <a:path w="2559" h="4203" extrusionOk="0">
                  <a:moveTo>
                    <a:pt x="2112" y="1"/>
                  </a:moveTo>
                  <a:lnTo>
                    <a:pt x="1" y="2111"/>
                  </a:lnTo>
                  <a:lnTo>
                    <a:pt x="2112" y="4202"/>
                  </a:lnTo>
                  <a:lnTo>
                    <a:pt x="2558" y="3756"/>
                  </a:lnTo>
                  <a:lnTo>
                    <a:pt x="894" y="2111"/>
                  </a:lnTo>
                  <a:lnTo>
                    <a:pt x="2558" y="447"/>
                  </a:lnTo>
                  <a:lnTo>
                    <a:pt x="21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8" name="Google Shape;468;p42"/>
          <p:cNvGrpSpPr/>
          <p:nvPr/>
        </p:nvGrpSpPr>
        <p:grpSpPr>
          <a:xfrm>
            <a:off x="2881200" y="4514854"/>
            <a:ext cx="3397850" cy="187275"/>
            <a:chOff x="-3237675" y="-1132050"/>
            <a:chExt cx="3397850" cy="187275"/>
          </a:xfrm>
        </p:grpSpPr>
        <p:sp>
          <p:nvSpPr>
            <p:cNvPr id="469" name="Google Shape;469;p42"/>
            <p:cNvSpPr/>
            <p:nvPr/>
          </p:nvSpPr>
          <p:spPr>
            <a:xfrm>
              <a:off x="-378750" y="-1132050"/>
              <a:ext cx="130425" cy="187275"/>
            </a:xfrm>
            <a:custGeom>
              <a:avLst/>
              <a:gdLst/>
              <a:ahLst/>
              <a:cxnLst/>
              <a:rect l="l" t="t" r="r" b="b"/>
              <a:pathLst>
                <a:path w="5217" h="7491" extrusionOk="0">
                  <a:moveTo>
                    <a:pt x="4040" y="0"/>
                  </a:moveTo>
                  <a:lnTo>
                    <a:pt x="0" y="6800"/>
                  </a:lnTo>
                  <a:lnTo>
                    <a:pt x="1157" y="7490"/>
                  </a:lnTo>
                  <a:lnTo>
                    <a:pt x="5217" y="690"/>
                  </a:lnTo>
                  <a:lnTo>
                    <a:pt x="40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42"/>
            <p:cNvSpPr/>
            <p:nvPr/>
          </p:nvSpPr>
          <p:spPr>
            <a:xfrm>
              <a:off x="29725" y="-1132050"/>
              <a:ext cx="130450" cy="187275"/>
            </a:xfrm>
            <a:custGeom>
              <a:avLst/>
              <a:gdLst/>
              <a:ahLst/>
              <a:cxnLst/>
              <a:rect l="l" t="t" r="r" b="b"/>
              <a:pathLst>
                <a:path w="5218" h="7491" extrusionOk="0">
                  <a:moveTo>
                    <a:pt x="4040" y="0"/>
                  </a:moveTo>
                  <a:lnTo>
                    <a:pt x="1" y="6800"/>
                  </a:lnTo>
                  <a:lnTo>
                    <a:pt x="1158" y="7490"/>
                  </a:lnTo>
                  <a:lnTo>
                    <a:pt x="5217" y="690"/>
                  </a:lnTo>
                  <a:lnTo>
                    <a:pt x="40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42"/>
            <p:cNvSpPr/>
            <p:nvPr/>
          </p:nvSpPr>
          <p:spPr>
            <a:xfrm>
              <a:off x="-787250" y="-1132050"/>
              <a:ext cx="130450" cy="187275"/>
            </a:xfrm>
            <a:custGeom>
              <a:avLst/>
              <a:gdLst/>
              <a:ahLst/>
              <a:cxnLst/>
              <a:rect l="l" t="t" r="r" b="b"/>
              <a:pathLst>
                <a:path w="5218" h="7491" extrusionOk="0">
                  <a:moveTo>
                    <a:pt x="4040" y="0"/>
                  </a:moveTo>
                  <a:lnTo>
                    <a:pt x="1" y="6800"/>
                  </a:lnTo>
                  <a:lnTo>
                    <a:pt x="1158" y="7490"/>
                  </a:lnTo>
                  <a:lnTo>
                    <a:pt x="5217" y="690"/>
                  </a:lnTo>
                  <a:lnTo>
                    <a:pt x="40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42"/>
            <p:cNvSpPr/>
            <p:nvPr/>
          </p:nvSpPr>
          <p:spPr>
            <a:xfrm>
              <a:off x="-1195725" y="-1132050"/>
              <a:ext cx="130425" cy="187275"/>
            </a:xfrm>
            <a:custGeom>
              <a:avLst/>
              <a:gdLst/>
              <a:ahLst/>
              <a:cxnLst/>
              <a:rect l="l" t="t" r="r" b="b"/>
              <a:pathLst>
                <a:path w="5217" h="7491" extrusionOk="0">
                  <a:moveTo>
                    <a:pt x="4060" y="0"/>
                  </a:moveTo>
                  <a:lnTo>
                    <a:pt x="0" y="6800"/>
                  </a:lnTo>
                  <a:lnTo>
                    <a:pt x="1157" y="7490"/>
                  </a:lnTo>
                  <a:lnTo>
                    <a:pt x="5217" y="690"/>
                  </a:lnTo>
                  <a:lnTo>
                    <a:pt x="4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42"/>
            <p:cNvSpPr/>
            <p:nvPr/>
          </p:nvSpPr>
          <p:spPr>
            <a:xfrm>
              <a:off x="-1604225" y="-1132050"/>
              <a:ext cx="130450" cy="187275"/>
            </a:xfrm>
            <a:custGeom>
              <a:avLst/>
              <a:gdLst/>
              <a:ahLst/>
              <a:cxnLst/>
              <a:rect l="l" t="t" r="r" b="b"/>
              <a:pathLst>
                <a:path w="5218" h="7491" extrusionOk="0">
                  <a:moveTo>
                    <a:pt x="4060" y="0"/>
                  </a:moveTo>
                  <a:lnTo>
                    <a:pt x="1" y="6800"/>
                  </a:lnTo>
                  <a:lnTo>
                    <a:pt x="1158" y="7490"/>
                  </a:lnTo>
                  <a:lnTo>
                    <a:pt x="5217" y="690"/>
                  </a:lnTo>
                  <a:lnTo>
                    <a:pt x="4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42"/>
            <p:cNvSpPr/>
            <p:nvPr/>
          </p:nvSpPr>
          <p:spPr>
            <a:xfrm>
              <a:off x="-2012725" y="-1132050"/>
              <a:ext cx="130450" cy="187275"/>
            </a:xfrm>
            <a:custGeom>
              <a:avLst/>
              <a:gdLst/>
              <a:ahLst/>
              <a:cxnLst/>
              <a:rect l="l" t="t" r="r" b="b"/>
              <a:pathLst>
                <a:path w="5218" h="7491" extrusionOk="0">
                  <a:moveTo>
                    <a:pt x="4060" y="0"/>
                  </a:moveTo>
                  <a:lnTo>
                    <a:pt x="1" y="6800"/>
                  </a:lnTo>
                  <a:lnTo>
                    <a:pt x="1178" y="7490"/>
                  </a:lnTo>
                  <a:lnTo>
                    <a:pt x="5217" y="690"/>
                  </a:lnTo>
                  <a:lnTo>
                    <a:pt x="4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42"/>
            <p:cNvSpPr/>
            <p:nvPr/>
          </p:nvSpPr>
          <p:spPr>
            <a:xfrm>
              <a:off x="-2421200" y="-1132050"/>
              <a:ext cx="130425" cy="187275"/>
            </a:xfrm>
            <a:custGeom>
              <a:avLst/>
              <a:gdLst/>
              <a:ahLst/>
              <a:cxnLst/>
              <a:rect l="l" t="t" r="r" b="b"/>
              <a:pathLst>
                <a:path w="5217" h="7491" extrusionOk="0">
                  <a:moveTo>
                    <a:pt x="4060" y="0"/>
                  </a:moveTo>
                  <a:lnTo>
                    <a:pt x="0" y="6800"/>
                  </a:lnTo>
                  <a:lnTo>
                    <a:pt x="1178" y="7490"/>
                  </a:lnTo>
                  <a:lnTo>
                    <a:pt x="5217" y="690"/>
                  </a:lnTo>
                  <a:lnTo>
                    <a:pt x="4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42"/>
            <p:cNvSpPr/>
            <p:nvPr/>
          </p:nvSpPr>
          <p:spPr>
            <a:xfrm>
              <a:off x="-2829175" y="-1132050"/>
              <a:ext cx="129925" cy="187275"/>
            </a:xfrm>
            <a:custGeom>
              <a:avLst/>
              <a:gdLst/>
              <a:ahLst/>
              <a:cxnLst/>
              <a:rect l="l" t="t" r="r" b="b"/>
              <a:pathLst>
                <a:path w="5197" h="7491" extrusionOk="0">
                  <a:moveTo>
                    <a:pt x="4039" y="0"/>
                  </a:moveTo>
                  <a:lnTo>
                    <a:pt x="0" y="6800"/>
                  </a:lnTo>
                  <a:lnTo>
                    <a:pt x="1157" y="7490"/>
                  </a:lnTo>
                  <a:lnTo>
                    <a:pt x="5196" y="690"/>
                  </a:lnTo>
                  <a:lnTo>
                    <a:pt x="403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42"/>
            <p:cNvSpPr/>
            <p:nvPr/>
          </p:nvSpPr>
          <p:spPr>
            <a:xfrm>
              <a:off x="-3237675" y="-1132050"/>
              <a:ext cx="129925" cy="187275"/>
            </a:xfrm>
            <a:custGeom>
              <a:avLst/>
              <a:gdLst/>
              <a:ahLst/>
              <a:cxnLst/>
              <a:rect l="l" t="t" r="r" b="b"/>
              <a:pathLst>
                <a:path w="5197" h="7491" extrusionOk="0">
                  <a:moveTo>
                    <a:pt x="4040" y="0"/>
                  </a:moveTo>
                  <a:lnTo>
                    <a:pt x="0" y="6800"/>
                  </a:lnTo>
                  <a:lnTo>
                    <a:pt x="1157" y="7490"/>
                  </a:lnTo>
                  <a:lnTo>
                    <a:pt x="5197" y="690"/>
                  </a:lnTo>
                  <a:lnTo>
                    <a:pt x="40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78" name="Google Shape;478;p42"/>
          <p:cNvCxnSpPr/>
          <p:nvPr/>
        </p:nvCxnSpPr>
        <p:spPr>
          <a:xfrm rot="10800000" flipH="1">
            <a:off x="2195400" y="3762159"/>
            <a:ext cx="6957300" cy="2280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17" name="Google Shape;483;p43"/>
          <p:cNvSpPr/>
          <p:nvPr/>
        </p:nvSpPr>
        <p:spPr>
          <a:xfrm>
            <a:off x="4980836" y="1013987"/>
            <a:ext cx="3945881" cy="3123447"/>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43"/>
          <p:cNvSpPr/>
          <p:nvPr/>
        </p:nvSpPr>
        <p:spPr>
          <a:xfrm>
            <a:off x="715100" y="535000"/>
            <a:ext cx="4107600" cy="4073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43"/>
          <p:cNvSpPr txBox="1">
            <a:spLocks noGrp="1"/>
          </p:cNvSpPr>
          <p:nvPr>
            <p:ph type="title"/>
          </p:nvPr>
        </p:nvSpPr>
        <p:spPr>
          <a:xfrm>
            <a:off x="896000" y="1424283"/>
            <a:ext cx="36759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err="1">
                <a:latin typeface="UTM Andrea" panose="02040603050506020204" pitchFamily="18" charset="0"/>
              </a:rPr>
              <a:t>Lý</a:t>
            </a:r>
            <a:r>
              <a:rPr lang="en-US" dirty="0">
                <a:latin typeface="UTM Andrea" panose="02040603050506020204" pitchFamily="18" charset="0"/>
              </a:rPr>
              <a:t> do </a:t>
            </a:r>
            <a:r>
              <a:rPr lang="en-US" dirty="0" err="1">
                <a:latin typeface="UTM Andrea" panose="02040603050506020204" pitchFamily="18" charset="0"/>
              </a:rPr>
              <a:t>chọn</a:t>
            </a:r>
            <a:endParaRPr dirty="0">
              <a:latin typeface="UTM Andrea" panose="02040603050506020204" pitchFamily="18" charset="0"/>
            </a:endParaRPr>
          </a:p>
        </p:txBody>
      </p:sp>
      <p:grpSp>
        <p:nvGrpSpPr>
          <p:cNvPr id="485" name="Google Shape;485;p43"/>
          <p:cNvGrpSpPr/>
          <p:nvPr/>
        </p:nvGrpSpPr>
        <p:grpSpPr>
          <a:xfrm rot="10800000">
            <a:off x="-369277" y="3791021"/>
            <a:ext cx="2159530" cy="548628"/>
            <a:chOff x="2641350" y="846250"/>
            <a:chExt cx="413600" cy="105075"/>
          </a:xfrm>
        </p:grpSpPr>
        <p:sp>
          <p:nvSpPr>
            <p:cNvPr id="486" name="Google Shape;486;p43"/>
            <p:cNvSpPr/>
            <p:nvPr/>
          </p:nvSpPr>
          <p:spPr>
            <a:xfrm>
              <a:off x="2991475" y="846250"/>
              <a:ext cx="63475" cy="105075"/>
            </a:xfrm>
            <a:custGeom>
              <a:avLst/>
              <a:gdLst/>
              <a:ahLst/>
              <a:cxnLst/>
              <a:rect l="l" t="t" r="r" b="b"/>
              <a:pathLst>
                <a:path w="2539" h="4203" extrusionOk="0">
                  <a:moveTo>
                    <a:pt x="2092" y="1"/>
                  </a:moveTo>
                  <a:lnTo>
                    <a:pt x="1" y="2111"/>
                  </a:lnTo>
                  <a:lnTo>
                    <a:pt x="2092" y="4202"/>
                  </a:lnTo>
                  <a:lnTo>
                    <a:pt x="2538" y="3756"/>
                  </a:lnTo>
                  <a:lnTo>
                    <a:pt x="874" y="2111"/>
                  </a:lnTo>
                  <a:lnTo>
                    <a:pt x="2538" y="447"/>
                  </a:lnTo>
                  <a:lnTo>
                    <a:pt x="209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43"/>
            <p:cNvSpPr/>
            <p:nvPr/>
          </p:nvSpPr>
          <p:spPr>
            <a:xfrm>
              <a:off x="2874775" y="846250"/>
              <a:ext cx="63450" cy="105075"/>
            </a:xfrm>
            <a:custGeom>
              <a:avLst/>
              <a:gdLst/>
              <a:ahLst/>
              <a:cxnLst/>
              <a:rect l="l" t="t" r="r" b="b"/>
              <a:pathLst>
                <a:path w="2538" h="4203" extrusionOk="0">
                  <a:moveTo>
                    <a:pt x="2091" y="1"/>
                  </a:moveTo>
                  <a:lnTo>
                    <a:pt x="0" y="2111"/>
                  </a:lnTo>
                  <a:lnTo>
                    <a:pt x="2091" y="4202"/>
                  </a:lnTo>
                  <a:lnTo>
                    <a:pt x="2538" y="3756"/>
                  </a:lnTo>
                  <a:lnTo>
                    <a:pt x="894" y="2111"/>
                  </a:lnTo>
                  <a:lnTo>
                    <a:pt x="2538" y="447"/>
                  </a:lnTo>
                  <a:lnTo>
                    <a:pt x="20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43"/>
            <p:cNvSpPr/>
            <p:nvPr/>
          </p:nvSpPr>
          <p:spPr>
            <a:xfrm>
              <a:off x="2758075" y="846250"/>
              <a:ext cx="63450" cy="105075"/>
            </a:xfrm>
            <a:custGeom>
              <a:avLst/>
              <a:gdLst/>
              <a:ahLst/>
              <a:cxnLst/>
              <a:rect l="l" t="t" r="r" b="b"/>
              <a:pathLst>
                <a:path w="2538" h="4203" extrusionOk="0">
                  <a:moveTo>
                    <a:pt x="2111" y="1"/>
                  </a:moveTo>
                  <a:lnTo>
                    <a:pt x="0" y="2111"/>
                  </a:lnTo>
                  <a:lnTo>
                    <a:pt x="2111" y="4202"/>
                  </a:lnTo>
                  <a:lnTo>
                    <a:pt x="2537" y="3756"/>
                  </a:lnTo>
                  <a:lnTo>
                    <a:pt x="893" y="2111"/>
                  </a:lnTo>
                  <a:lnTo>
                    <a:pt x="2537" y="447"/>
                  </a:lnTo>
                  <a:lnTo>
                    <a:pt x="21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43"/>
            <p:cNvSpPr/>
            <p:nvPr/>
          </p:nvSpPr>
          <p:spPr>
            <a:xfrm>
              <a:off x="2641350" y="846250"/>
              <a:ext cx="63975" cy="105075"/>
            </a:xfrm>
            <a:custGeom>
              <a:avLst/>
              <a:gdLst/>
              <a:ahLst/>
              <a:cxnLst/>
              <a:rect l="l" t="t" r="r" b="b"/>
              <a:pathLst>
                <a:path w="2559" h="4203" extrusionOk="0">
                  <a:moveTo>
                    <a:pt x="2112" y="1"/>
                  </a:moveTo>
                  <a:lnTo>
                    <a:pt x="1" y="2111"/>
                  </a:lnTo>
                  <a:lnTo>
                    <a:pt x="2112" y="4202"/>
                  </a:lnTo>
                  <a:lnTo>
                    <a:pt x="2558" y="3756"/>
                  </a:lnTo>
                  <a:lnTo>
                    <a:pt x="894" y="2111"/>
                  </a:lnTo>
                  <a:lnTo>
                    <a:pt x="2558" y="447"/>
                  </a:lnTo>
                  <a:lnTo>
                    <a:pt x="21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0" name="Google Shape;490;p43"/>
          <p:cNvSpPr/>
          <p:nvPr/>
        </p:nvSpPr>
        <p:spPr>
          <a:xfrm>
            <a:off x="1124036" y="1178245"/>
            <a:ext cx="998400" cy="998400"/>
          </a:xfrm>
          <a:prstGeom prst="ellipse">
            <a:avLst/>
          </a:prstGeom>
          <a:solidFill>
            <a:srgbClr val="718AC6">
              <a:alpha val="38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1" name="Google Shape;491;p43"/>
          <p:cNvGrpSpPr/>
          <p:nvPr/>
        </p:nvGrpSpPr>
        <p:grpSpPr>
          <a:xfrm>
            <a:off x="3244263" y="1234912"/>
            <a:ext cx="537556" cy="136576"/>
            <a:chOff x="2641350" y="846250"/>
            <a:chExt cx="413600" cy="105075"/>
          </a:xfrm>
        </p:grpSpPr>
        <p:sp>
          <p:nvSpPr>
            <p:cNvPr id="492" name="Google Shape;492;p43"/>
            <p:cNvSpPr/>
            <p:nvPr/>
          </p:nvSpPr>
          <p:spPr>
            <a:xfrm>
              <a:off x="2991475" y="846250"/>
              <a:ext cx="63475" cy="105075"/>
            </a:xfrm>
            <a:custGeom>
              <a:avLst/>
              <a:gdLst/>
              <a:ahLst/>
              <a:cxnLst/>
              <a:rect l="l" t="t" r="r" b="b"/>
              <a:pathLst>
                <a:path w="2539" h="4203" extrusionOk="0">
                  <a:moveTo>
                    <a:pt x="2092" y="1"/>
                  </a:moveTo>
                  <a:lnTo>
                    <a:pt x="1" y="2111"/>
                  </a:lnTo>
                  <a:lnTo>
                    <a:pt x="2092" y="4202"/>
                  </a:lnTo>
                  <a:lnTo>
                    <a:pt x="2538" y="3756"/>
                  </a:lnTo>
                  <a:lnTo>
                    <a:pt x="874" y="2111"/>
                  </a:lnTo>
                  <a:lnTo>
                    <a:pt x="2538" y="447"/>
                  </a:lnTo>
                  <a:lnTo>
                    <a:pt x="209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43"/>
            <p:cNvSpPr/>
            <p:nvPr/>
          </p:nvSpPr>
          <p:spPr>
            <a:xfrm>
              <a:off x="2874775" y="846250"/>
              <a:ext cx="63450" cy="105075"/>
            </a:xfrm>
            <a:custGeom>
              <a:avLst/>
              <a:gdLst/>
              <a:ahLst/>
              <a:cxnLst/>
              <a:rect l="l" t="t" r="r" b="b"/>
              <a:pathLst>
                <a:path w="2538" h="4203" extrusionOk="0">
                  <a:moveTo>
                    <a:pt x="2091" y="1"/>
                  </a:moveTo>
                  <a:lnTo>
                    <a:pt x="0" y="2111"/>
                  </a:lnTo>
                  <a:lnTo>
                    <a:pt x="2091" y="4202"/>
                  </a:lnTo>
                  <a:lnTo>
                    <a:pt x="2538" y="3756"/>
                  </a:lnTo>
                  <a:lnTo>
                    <a:pt x="894" y="2111"/>
                  </a:lnTo>
                  <a:lnTo>
                    <a:pt x="2538" y="447"/>
                  </a:lnTo>
                  <a:lnTo>
                    <a:pt x="209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43"/>
            <p:cNvSpPr/>
            <p:nvPr/>
          </p:nvSpPr>
          <p:spPr>
            <a:xfrm>
              <a:off x="2758075" y="846250"/>
              <a:ext cx="63450" cy="105075"/>
            </a:xfrm>
            <a:custGeom>
              <a:avLst/>
              <a:gdLst/>
              <a:ahLst/>
              <a:cxnLst/>
              <a:rect l="l" t="t" r="r" b="b"/>
              <a:pathLst>
                <a:path w="2538" h="4203" extrusionOk="0">
                  <a:moveTo>
                    <a:pt x="2111" y="1"/>
                  </a:moveTo>
                  <a:lnTo>
                    <a:pt x="0" y="2111"/>
                  </a:lnTo>
                  <a:lnTo>
                    <a:pt x="2111" y="4202"/>
                  </a:lnTo>
                  <a:lnTo>
                    <a:pt x="2537" y="3756"/>
                  </a:lnTo>
                  <a:lnTo>
                    <a:pt x="893" y="2111"/>
                  </a:lnTo>
                  <a:lnTo>
                    <a:pt x="2537" y="447"/>
                  </a:lnTo>
                  <a:lnTo>
                    <a:pt x="211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43"/>
            <p:cNvSpPr/>
            <p:nvPr/>
          </p:nvSpPr>
          <p:spPr>
            <a:xfrm>
              <a:off x="2641350" y="846250"/>
              <a:ext cx="63975" cy="105075"/>
            </a:xfrm>
            <a:custGeom>
              <a:avLst/>
              <a:gdLst/>
              <a:ahLst/>
              <a:cxnLst/>
              <a:rect l="l" t="t" r="r" b="b"/>
              <a:pathLst>
                <a:path w="2559" h="4203" extrusionOk="0">
                  <a:moveTo>
                    <a:pt x="2112" y="1"/>
                  </a:moveTo>
                  <a:lnTo>
                    <a:pt x="1" y="2111"/>
                  </a:lnTo>
                  <a:lnTo>
                    <a:pt x="2112" y="4202"/>
                  </a:lnTo>
                  <a:lnTo>
                    <a:pt x="2558" y="3756"/>
                  </a:lnTo>
                  <a:lnTo>
                    <a:pt x="894" y="2111"/>
                  </a:lnTo>
                  <a:lnTo>
                    <a:pt x="2558" y="447"/>
                  </a:lnTo>
                  <a:lnTo>
                    <a:pt x="21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6" name="Google Shape;496;p43"/>
          <p:cNvSpPr txBox="1">
            <a:spLocks noGrp="1"/>
          </p:cNvSpPr>
          <p:nvPr>
            <p:ph type="body" idx="1"/>
          </p:nvPr>
        </p:nvSpPr>
        <p:spPr>
          <a:xfrm>
            <a:off x="990535" y="2176645"/>
            <a:ext cx="3556730" cy="1043634"/>
          </a:xfrm>
          <a:prstGeom prst="rect">
            <a:avLst/>
          </a:prstGeom>
        </p:spPr>
        <p:txBody>
          <a:bodyPr spcFirstLastPara="1" wrap="square" lIns="91425" tIns="91425" rIns="91425" bIns="91425" anchor="t" anchorCtr="0">
            <a:noAutofit/>
          </a:bodyPr>
          <a:lstStyle/>
          <a:p>
            <a:pPr marL="0" lvl="0" indent="0" algn="just">
              <a:buNone/>
            </a:pPr>
            <a:r>
              <a:rPr lang="vi-VN" sz="2000" b="1" dirty="0">
                <a:solidFill>
                  <a:schemeClr val="dk1"/>
                </a:solidFill>
              </a:rPr>
              <a:t>"Treasure Hunt" </a:t>
            </a:r>
            <a:r>
              <a:rPr lang="vi-VN" sz="2000" dirty="0">
                <a:solidFill>
                  <a:schemeClr val="dk1"/>
                </a:solidFill>
              </a:rPr>
              <a:t>không chỉ là một trò chơi giải trí mà còn là phương tiện giúp người chơi phát triển kỹ năng tư duy phản biện và sáng tạo.</a:t>
            </a:r>
            <a:endParaRPr sz="2000" dirty="0">
              <a:solidFill>
                <a:schemeClr val="dk1"/>
              </a:solidFill>
            </a:endParaRPr>
          </a:p>
        </p:txBody>
      </p:sp>
      <p:pic>
        <p:nvPicPr>
          <p:cNvPr id="1026" name="Picture 2" descr="Làm thế nào để đưa ra quyết định giữa hai hay nhiều sự lựa chọn - Cổng ..."/>
          <p:cNvPicPr>
            <a:picLocks noChangeAspect="1" noChangeArrowheads="1"/>
          </p:cNvPicPr>
          <p:nvPr/>
        </p:nvPicPr>
        <p:blipFill rotWithShape="1">
          <a:blip r:embed="rId3">
            <a:extLst>
              <a:ext uri="{28A0092B-C50C-407E-A947-70E740481C1C}">
                <a14:useLocalDpi xmlns:a14="http://schemas.microsoft.com/office/drawing/2010/main" val="0"/>
              </a:ext>
            </a:extLst>
          </a:blip>
          <a:srcRect l="19562" t="23644" r="19604"/>
          <a:stretch/>
        </p:blipFill>
        <p:spPr bwMode="auto">
          <a:xfrm>
            <a:off x="5098123" y="1117121"/>
            <a:ext cx="3708400" cy="290915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96">
                                            <p:txEl>
                                              <p:pRg st="0" end="0"/>
                                            </p:txEl>
                                          </p:spTgt>
                                        </p:tgtEl>
                                        <p:attrNameLst>
                                          <p:attrName>style.visibility</p:attrName>
                                        </p:attrNameLst>
                                      </p:cBhvr>
                                      <p:to>
                                        <p:strVal val="visible"/>
                                      </p:to>
                                    </p:set>
                                    <p:animEffect transition="in" filter="fade">
                                      <p:cBhvr>
                                        <p:cTn id="7" dur="100"/>
                                        <p:tgtEl>
                                          <p:spTgt spid="49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p45"/>
          <p:cNvSpPr txBox="1">
            <a:spLocks noGrp="1"/>
          </p:cNvSpPr>
          <p:nvPr>
            <p:ph type="title" idx="6"/>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accent1"/>
                </a:solidFill>
                <a:latin typeface="UTM Andrea" panose="02040603050506020204" pitchFamily="18" charset="0"/>
              </a:rPr>
              <a:t>Mục tiêu</a:t>
            </a:r>
            <a:endParaRPr dirty="0">
              <a:solidFill>
                <a:schemeClr val="accent1"/>
              </a:solidFill>
              <a:latin typeface="UTM Andrea" panose="02040603050506020204" pitchFamily="18" charset="0"/>
            </a:endParaRPr>
          </a:p>
        </p:txBody>
      </p:sp>
      <p:sp>
        <p:nvSpPr>
          <p:cNvPr id="522" name="Google Shape;522;p45"/>
          <p:cNvSpPr txBox="1">
            <a:spLocks noGrp="1"/>
          </p:cNvSpPr>
          <p:nvPr>
            <p:ph type="title"/>
          </p:nvPr>
        </p:nvSpPr>
        <p:spPr>
          <a:xfrm>
            <a:off x="872400" y="2149881"/>
            <a:ext cx="2531400" cy="401700"/>
          </a:xfrm>
          <a:prstGeom prst="rect">
            <a:avLst/>
          </a:prstGeom>
        </p:spPr>
        <p:txBody>
          <a:bodyPr spcFirstLastPara="1" wrap="square" lIns="91425" tIns="91425" rIns="91425" bIns="91425" anchor="ctr" anchorCtr="0">
            <a:noAutofit/>
          </a:bodyPr>
          <a:lstStyle/>
          <a:p>
            <a:pPr lvl="0"/>
            <a:r>
              <a:rPr lang="en-US" dirty="0">
                <a:solidFill>
                  <a:schemeClr val="accent1"/>
                </a:solidFill>
              </a:rPr>
              <a:t>🎮📚</a:t>
            </a:r>
            <a:endParaRPr dirty="0">
              <a:solidFill>
                <a:schemeClr val="accent1"/>
              </a:solidFill>
            </a:endParaRPr>
          </a:p>
        </p:txBody>
      </p:sp>
      <p:sp>
        <p:nvSpPr>
          <p:cNvPr id="524" name="Google Shape;524;p45"/>
          <p:cNvSpPr txBox="1">
            <a:spLocks noGrp="1"/>
          </p:cNvSpPr>
          <p:nvPr>
            <p:ph type="title" idx="2"/>
          </p:nvPr>
        </p:nvSpPr>
        <p:spPr>
          <a:xfrm>
            <a:off x="3403800" y="2149881"/>
            <a:ext cx="2336400" cy="401700"/>
          </a:xfrm>
          <a:prstGeom prst="rect">
            <a:avLst/>
          </a:prstGeom>
        </p:spPr>
        <p:txBody>
          <a:bodyPr spcFirstLastPara="1" wrap="square" lIns="91425" tIns="91425" rIns="91425" bIns="91425" anchor="ctr" anchorCtr="0">
            <a:noAutofit/>
          </a:bodyPr>
          <a:lstStyle/>
          <a:p>
            <a:pPr lvl="0"/>
            <a:r>
              <a:rPr lang="en-US" dirty="0">
                <a:solidFill>
                  <a:schemeClr val="accent1"/>
                </a:solidFill>
              </a:rPr>
              <a:t>🔍📈</a:t>
            </a:r>
            <a:endParaRPr dirty="0">
              <a:solidFill>
                <a:schemeClr val="accent1"/>
              </a:solidFill>
            </a:endParaRPr>
          </a:p>
        </p:txBody>
      </p:sp>
      <p:sp>
        <p:nvSpPr>
          <p:cNvPr id="525" name="Google Shape;525;p45"/>
          <p:cNvSpPr txBox="1">
            <a:spLocks noGrp="1"/>
          </p:cNvSpPr>
          <p:nvPr>
            <p:ph type="subTitle" idx="3"/>
          </p:nvPr>
        </p:nvSpPr>
        <p:spPr>
          <a:xfrm>
            <a:off x="3403800" y="2701371"/>
            <a:ext cx="2336400" cy="903000"/>
          </a:xfrm>
          <a:prstGeom prst="rect">
            <a:avLst/>
          </a:prstGeom>
        </p:spPr>
        <p:txBody>
          <a:bodyPr spcFirstLastPara="1" wrap="square" lIns="91425" tIns="91425" rIns="91425" bIns="91425" anchor="ctr" anchorCtr="0">
            <a:noAutofit/>
          </a:bodyPr>
          <a:lstStyle/>
          <a:p>
            <a:pPr marL="0" lvl="0" indent="0"/>
            <a:r>
              <a:rPr lang="vi-VN" sz="2000" dirty="0"/>
              <a:t>Áp dụng thuật toán </a:t>
            </a:r>
            <a:r>
              <a:rPr lang="en-US" sz="2000" dirty="0"/>
              <a:t>A*</a:t>
            </a:r>
            <a:r>
              <a:rPr lang="vi-VN" sz="2000" dirty="0"/>
              <a:t> cho tìm đường</a:t>
            </a:r>
            <a:endParaRPr sz="2000" dirty="0"/>
          </a:p>
        </p:txBody>
      </p:sp>
      <p:sp>
        <p:nvSpPr>
          <p:cNvPr id="526" name="Google Shape;526;p45"/>
          <p:cNvSpPr txBox="1">
            <a:spLocks noGrp="1"/>
          </p:cNvSpPr>
          <p:nvPr>
            <p:ph type="title" idx="4"/>
          </p:nvPr>
        </p:nvSpPr>
        <p:spPr>
          <a:xfrm>
            <a:off x="5935200" y="2149881"/>
            <a:ext cx="2336400" cy="401700"/>
          </a:xfrm>
          <a:prstGeom prst="rect">
            <a:avLst/>
          </a:prstGeom>
        </p:spPr>
        <p:txBody>
          <a:bodyPr spcFirstLastPara="1" wrap="square" lIns="91425" tIns="91425" rIns="91425" bIns="91425" anchor="ctr" anchorCtr="0">
            <a:noAutofit/>
          </a:bodyPr>
          <a:lstStyle/>
          <a:p>
            <a:pPr lvl="0"/>
            <a:r>
              <a:rPr lang="en-US" dirty="0">
                <a:solidFill>
                  <a:schemeClr val="accent1"/>
                </a:solidFill>
              </a:rPr>
              <a:t>🌐🚀</a:t>
            </a:r>
            <a:endParaRPr dirty="0">
              <a:solidFill>
                <a:schemeClr val="accent1"/>
              </a:solidFill>
            </a:endParaRPr>
          </a:p>
        </p:txBody>
      </p:sp>
      <p:sp>
        <p:nvSpPr>
          <p:cNvPr id="527" name="Google Shape;527;p45"/>
          <p:cNvSpPr txBox="1">
            <a:spLocks noGrp="1"/>
          </p:cNvSpPr>
          <p:nvPr>
            <p:ph type="subTitle" idx="5"/>
          </p:nvPr>
        </p:nvSpPr>
        <p:spPr>
          <a:xfrm>
            <a:off x="5935200" y="2553543"/>
            <a:ext cx="2336400" cy="1452092"/>
          </a:xfrm>
          <a:prstGeom prst="rect">
            <a:avLst/>
          </a:prstGeom>
        </p:spPr>
        <p:txBody>
          <a:bodyPr spcFirstLastPara="1" wrap="square" lIns="91425" tIns="91425" rIns="91425" bIns="91425" anchor="ctr" anchorCtr="0">
            <a:noAutofit/>
          </a:bodyPr>
          <a:lstStyle/>
          <a:p>
            <a:pPr marL="0" lvl="0" indent="0"/>
            <a:r>
              <a:rPr lang="vi-VN" sz="2000" dirty="0"/>
              <a:t>Phương pháp phát triển game bằng công nghệ hiện đại</a:t>
            </a:r>
            <a:endParaRPr sz="2000" dirty="0"/>
          </a:p>
        </p:txBody>
      </p:sp>
      <p:grpSp>
        <p:nvGrpSpPr>
          <p:cNvPr id="541" name="Google Shape;541;p45"/>
          <p:cNvGrpSpPr/>
          <p:nvPr/>
        </p:nvGrpSpPr>
        <p:grpSpPr>
          <a:xfrm>
            <a:off x="872454" y="1293020"/>
            <a:ext cx="755358" cy="191930"/>
            <a:chOff x="2641350" y="846250"/>
            <a:chExt cx="413600" cy="105075"/>
          </a:xfrm>
        </p:grpSpPr>
        <p:sp>
          <p:nvSpPr>
            <p:cNvPr id="542" name="Google Shape;542;p45"/>
            <p:cNvSpPr/>
            <p:nvPr/>
          </p:nvSpPr>
          <p:spPr>
            <a:xfrm>
              <a:off x="2991475" y="846250"/>
              <a:ext cx="63475" cy="105075"/>
            </a:xfrm>
            <a:custGeom>
              <a:avLst/>
              <a:gdLst/>
              <a:ahLst/>
              <a:cxnLst/>
              <a:rect l="l" t="t" r="r" b="b"/>
              <a:pathLst>
                <a:path w="2539" h="4203" extrusionOk="0">
                  <a:moveTo>
                    <a:pt x="2092" y="1"/>
                  </a:moveTo>
                  <a:lnTo>
                    <a:pt x="1" y="2111"/>
                  </a:lnTo>
                  <a:lnTo>
                    <a:pt x="2092" y="4202"/>
                  </a:lnTo>
                  <a:lnTo>
                    <a:pt x="2538" y="3756"/>
                  </a:lnTo>
                  <a:lnTo>
                    <a:pt x="874" y="2111"/>
                  </a:lnTo>
                  <a:lnTo>
                    <a:pt x="2538" y="447"/>
                  </a:lnTo>
                  <a:lnTo>
                    <a:pt x="209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45"/>
            <p:cNvSpPr/>
            <p:nvPr/>
          </p:nvSpPr>
          <p:spPr>
            <a:xfrm>
              <a:off x="2874775" y="846250"/>
              <a:ext cx="63450" cy="105075"/>
            </a:xfrm>
            <a:custGeom>
              <a:avLst/>
              <a:gdLst/>
              <a:ahLst/>
              <a:cxnLst/>
              <a:rect l="l" t="t" r="r" b="b"/>
              <a:pathLst>
                <a:path w="2538" h="4203" extrusionOk="0">
                  <a:moveTo>
                    <a:pt x="2091" y="1"/>
                  </a:moveTo>
                  <a:lnTo>
                    <a:pt x="0" y="2111"/>
                  </a:lnTo>
                  <a:lnTo>
                    <a:pt x="2091" y="4202"/>
                  </a:lnTo>
                  <a:lnTo>
                    <a:pt x="2538" y="3756"/>
                  </a:lnTo>
                  <a:lnTo>
                    <a:pt x="894" y="2111"/>
                  </a:lnTo>
                  <a:lnTo>
                    <a:pt x="2538" y="447"/>
                  </a:lnTo>
                  <a:lnTo>
                    <a:pt x="20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45"/>
            <p:cNvSpPr/>
            <p:nvPr/>
          </p:nvSpPr>
          <p:spPr>
            <a:xfrm>
              <a:off x="2758075" y="846250"/>
              <a:ext cx="63450" cy="105075"/>
            </a:xfrm>
            <a:custGeom>
              <a:avLst/>
              <a:gdLst/>
              <a:ahLst/>
              <a:cxnLst/>
              <a:rect l="l" t="t" r="r" b="b"/>
              <a:pathLst>
                <a:path w="2538" h="4203" extrusionOk="0">
                  <a:moveTo>
                    <a:pt x="2111" y="1"/>
                  </a:moveTo>
                  <a:lnTo>
                    <a:pt x="0" y="2111"/>
                  </a:lnTo>
                  <a:lnTo>
                    <a:pt x="2111" y="4202"/>
                  </a:lnTo>
                  <a:lnTo>
                    <a:pt x="2537" y="3756"/>
                  </a:lnTo>
                  <a:lnTo>
                    <a:pt x="893" y="2111"/>
                  </a:lnTo>
                  <a:lnTo>
                    <a:pt x="2537" y="447"/>
                  </a:lnTo>
                  <a:lnTo>
                    <a:pt x="21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45"/>
            <p:cNvSpPr/>
            <p:nvPr/>
          </p:nvSpPr>
          <p:spPr>
            <a:xfrm>
              <a:off x="2641350" y="846250"/>
              <a:ext cx="63975" cy="105075"/>
            </a:xfrm>
            <a:custGeom>
              <a:avLst/>
              <a:gdLst/>
              <a:ahLst/>
              <a:cxnLst/>
              <a:rect l="l" t="t" r="r" b="b"/>
              <a:pathLst>
                <a:path w="2559" h="4203" extrusionOk="0">
                  <a:moveTo>
                    <a:pt x="2112" y="1"/>
                  </a:moveTo>
                  <a:lnTo>
                    <a:pt x="1" y="2111"/>
                  </a:lnTo>
                  <a:lnTo>
                    <a:pt x="2112" y="4202"/>
                  </a:lnTo>
                  <a:lnTo>
                    <a:pt x="2558" y="3756"/>
                  </a:lnTo>
                  <a:lnTo>
                    <a:pt x="894" y="2111"/>
                  </a:lnTo>
                  <a:lnTo>
                    <a:pt x="2558" y="447"/>
                  </a:lnTo>
                  <a:lnTo>
                    <a:pt x="21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Subtitle 3"/>
          <p:cNvSpPr>
            <a:spLocks noGrp="1"/>
          </p:cNvSpPr>
          <p:nvPr>
            <p:ph type="subTitle" idx="1"/>
          </p:nvPr>
        </p:nvSpPr>
        <p:spPr>
          <a:xfrm>
            <a:off x="872400" y="2300106"/>
            <a:ext cx="2531400" cy="1705529"/>
          </a:xfrm>
        </p:spPr>
        <p:txBody>
          <a:bodyPr/>
          <a:lstStyle/>
          <a:p>
            <a:pPr marL="0"/>
            <a:r>
              <a:rPr lang="vi-VN" sz="2000" dirty="0"/>
              <a:t>Phát triển trò</a:t>
            </a:r>
            <a:r>
              <a:rPr lang="en-US" sz="2000" dirty="0"/>
              <a:t> </a:t>
            </a:r>
            <a:r>
              <a:rPr lang="vi-VN" sz="2000" dirty="0"/>
              <a:t>chơi</a:t>
            </a:r>
            <a:r>
              <a:rPr lang="en-US" sz="2000" dirty="0"/>
              <a:t> </a:t>
            </a:r>
            <a:r>
              <a:rPr lang="vi-VN" sz="2000" dirty="0"/>
              <a:t>giải trí</a:t>
            </a:r>
            <a:r>
              <a:rPr lang="en-US" sz="2000" dirty="0"/>
              <a:t> </a:t>
            </a:r>
            <a:r>
              <a:rPr lang="vi-VN" sz="2000" dirty="0"/>
              <a:t>hấp dẫn, mang tính giáo dục</a:t>
            </a:r>
            <a:endParaRPr lang="en-US" sz="2000" dirty="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22"/>
                                        </p:tgtEl>
                                        <p:attrNameLst>
                                          <p:attrName>style.visibility</p:attrName>
                                        </p:attrNameLst>
                                      </p:cBhvr>
                                      <p:to>
                                        <p:strVal val="visible"/>
                                      </p:to>
                                    </p:set>
                                    <p:animEffect transition="in" filter="fade">
                                      <p:cBhvr>
                                        <p:cTn id="7" dur="100"/>
                                        <p:tgtEl>
                                          <p:spTgt spid="5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1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24"/>
                                        </p:tgtEl>
                                        <p:attrNameLst>
                                          <p:attrName>style.visibility</p:attrName>
                                        </p:attrNameLst>
                                      </p:cBhvr>
                                      <p:to>
                                        <p:strVal val="visible"/>
                                      </p:to>
                                    </p:set>
                                    <p:animEffect transition="in" filter="fade">
                                      <p:cBhvr>
                                        <p:cTn id="15" dur="100"/>
                                        <p:tgtEl>
                                          <p:spTgt spid="52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25">
                                            <p:txEl>
                                              <p:pRg st="0" end="0"/>
                                            </p:txEl>
                                          </p:spTgt>
                                        </p:tgtEl>
                                        <p:attrNameLst>
                                          <p:attrName>style.visibility</p:attrName>
                                        </p:attrNameLst>
                                      </p:cBhvr>
                                      <p:to>
                                        <p:strVal val="visible"/>
                                      </p:to>
                                    </p:set>
                                    <p:animEffect transition="in" filter="fade">
                                      <p:cBhvr>
                                        <p:cTn id="18" dur="100"/>
                                        <p:tgtEl>
                                          <p:spTgt spid="525">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526"/>
                                        </p:tgtEl>
                                        <p:attrNameLst>
                                          <p:attrName>style.visibility</p:attrName>
                                        </p:attrNameLst>
                                      </p:cBhvr>
                                      <p:to>
                                        <p:strVal val="visible"/>
                                      </p:to>
                                    </p:set>
                                    <p:animEffect transition="in" filter="fade">
                                      <p:cBhvr>
                                        <p:cTn id="23" dur="100"/>
                                        <p:tgtEl>
                                          <p:spTgt spid="52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527">
                                            <p:txEl>
                                              <p:pRg st="0" end="0"/>
                                            </p:txEl>
                                          </p:spTgt>
                                        </p:tgtEl>
                                        <p:attrNameLst>
                                          <p:attrName>style.visibility</p:attrName>
                                        </p:attrNameLst>
                                      </p:cBhvr>
                                      <p:to>
                                        <p:strVal val="visible"/>
                                      </p:to>
                                    </p:set>
                                    <p:animEffect transition="in" filter="fade">
                                      <p:cBhvr>
                                        <p:cTn id="26" dur="100"/>
                                        <p:tgtEl>
                                          <p:spTgt spid="52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 grpId="0"/>
      <p:bldP spid="524" grpId="0"/>
      <p:bldP spid="525" grpId="0" build="p"/>
      <p:bldP spid="526" grpId="0"/>
      <p:bldP spid="527" grpId="0" build="p"/>
      <p:bldP spid="4"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17" name="Google Shape;483;p43"/>
          <p:cNvSpPr/>
          <p:nvPr/>
        </p:nvSpPr>
        <p:spPr>
          <a:xfrm>
            <a:off x="4938056" y="1234912"/>
            <a:ext cx="3988662" cy="2676185"/>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43"/>
          <p:cNvSpPr/>
          <p:nvPr/>
        </p:nvSpPr>
        <p:spPr>
          <a:xfrm>
            <a:off x="715100" y="535000"/>
            <a:ext cx="4107600" cy="4073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43"/>
          <p:cNvSpPr txBox="1">
            <a:spLocks noGrp="1"/>
          </p:cNvSpPr>
          <p:nvPr>
            <p:ph type="title"/>
          </p:nvPr>
        </p:nvSpPr>
        <p:spPr>
          <a:xfrm>
            <a:off x="896000" y="1424283"/>
            <a:ext cx="36759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err="1">
                <a:latin typeface="UTM Andrea" panose="02040603050506020204" pitchFamily="18" charset="0"/>
              </a:rPr>
              <a:t>Phạm</a:t>
            </a:r>
            <a:r>
              <a:rPr lang="en-US" dirty="0">
                <a:latin typeface="UTM Andrea" panose="02040603050506020204" pitchFamily="18" charset="0"/>
              </a:rPr>
              <a:t> vi</a:t>
            </a:r>
            <a:endParaRPr dirty="0">
              <a:latin typeface="UTM Andrea" panose="02040603050506020204" pitchFamily="18" charset="0"/>
            </a:endParaRPr>
          </a:p>
        </p:txBody>
      </p:sp>
      <p:grpSp>
        <p:nvGrpSpPr>
          <p:cNvPr id="485" name="Google Shape;485;p43"/>
          <p:cNvGrpSpPr/>
          <p:nvPr/>
        </p:nvGrpSpPr>
        <p:grpSpPr>
          <a:xfrm rot="10800000">
            <a:off x="-482527" y="4448666"/>
            <a:ext cx="2159530" cy="548628"/>
            <a:chOff x="2641350" y="846250"/>
            <a:chExt cx="413600" cy="105075"/>
          </a:xfrm>
        </p:grpSpPr>
        <p:sp>
          <p:nvSpPr>
            <p:cNvPr id="486" name="Google Shape;486;p43"/>
            <p:cNvSpPr/>
            <p:nvPr/>
          </p:nvSpPr>
          <p:spPr>
            <a:xfrm>
              <a:off x="2991475" y="846250"/>
              <a:ext cx="63475" cy="105075"/>
            </a:xfrm>
            <a:custGeom>
              <a:avLst/>
              <a:gdLst/>
              <a:ahLst/>
              <a:cxnLst/>
              <a:rect l="l" t="t" r="r" b="b"/>
              <a:pathLst>
                <a:path w="2539" h="4203" extrusionOk="0">
                  <a:moveTo>
                    <a:pt x="2092" y="1"/>
                  </a:moveTo>
                  <a:lnTo>
                    <a:pt x="1" y="2111"/>
                  </a:lnTo>
                  <a:lnTo>
                    <a:pt x="2092" y="4202"/>
                  </a:lnTo>
                  <a:lnTo>
                    <a:pt x="2538" y="3756"/>
                  </a:lnTo>
                  <a:lnTo>
                    <a:pt x="874" y="2111"/>
                  </a:lnTo>
                  <a:lnTo>
                    <a:pt x="2538" y="447"/>
                  </a:lnTo>
                  <a:lnTo>
                    <a:pt x="209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43"/>
            <p:cNvSpPr/>
            <p:nvPr/>
          </p:nvSpPr>
          <p:spPr>
            <a:xfrm>
              <a:off x="2874775" y="846250"/>
              <a:ext cx="63450" cy="105075"/>
            </a:xfrm>
            <a:custGeom>
              <a:avLst/>
              <a:gdLst/>
              <a:ahLst/>
              <a:cxnLst/>
              <a:rect l="l" t="t" r="r" b="b"/>
              <a:pathLst>
                <a:path w="2538" h="4203" extrusionOk="0">
                  <a:moveTo>
                    <a:pt x="2091" y="1"/>
                  </a:moveTo>
                  <a:lnTo>
                    <a:pt x="0" y="2111"/>
                  </a:lnTo>
                  <a:lnTo>
                    <a:pt x="2091" y="4202"/>
                  </a:lnTo>
                  <a:lnTo>
                    <a:pt x="2538" y="3756"/>
                  </a:lnTo>
                  <a:lnTo>
                    <a:pt x="894" y="2111"/>
                  </a:lnTo>
                  <a:lnTo>
                    <a:pt x="2538" y="447"/>
                  </a:lnTo>
                  <a:lnTo>
                    <a:pt x="20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43"/>
            <p:cNvSpPr/>
            <p:nvPr/>
          </p:nvSpPr>
          <p:spPr>
            <a:xfrm>
              <a:off x="2758075" y="846250"/>
              <a:ext cx="63450" cy="105075"/>
            </a:xfrm>
            <a:custGeom>
              <a:avLst/>
              <a:gdLst/>
              <a:ahLst/>
              <a:cxnLst/>
              <a:rect l="l" t="t" r="r" b="b"/>
              <a:pathLst>
                <a:path w="2538" h="4203" extrusionOk="0">
                  <a:moveTo>
                    <a:pt x="2111" y="1"/>
                  </a:moveTo>
                  <a:lnTo>
                    <a:pt x="0" y="2111"/>
                  </a:lnTo>
                  <a:lnTo>
                    <a:pt x="2111" y="4202"/>
                  </a:lnTo>
                  <a:lnTo>
                    <a:pt x="2537" y="3756"/>
                  </a:lnTo>
                  <a:lnTo>
                    <a:pt x="893" y="2111"/>
                  </a:lnTo>
                  <a:lnTo>
                    <a:pt x="2537" y="447"/>
                  </a:lnTo>
                  <a:lnTo>
                    <a:pt x="21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43"/>
            <p:cNvSpPr/>
            <p:nvPr/>
          </p:nvSpPr>
          <p:spPr>
            <a:xfrm>
              <a:off x="2641350" y="846250"/>
              <a:ext cx="63975" cy="105075"/>
            </a:xfrm>
            <a:custGeom>
              <a:avLst/>
              <a:gdLst/>
              <a:ahLst/>
              <a:cxnLst/>
              <a:rect l="l" t="t" r="r" b="b"/>
              <a:pathLst>
                <a:path w="2559" h="4203" extrusionOk="0">
                  <a:moveTo>
                    <a:pt x="2112" y="1"/>
                  </a:moveTo>
                  <a:lnTo>
                    <a:pt x="1" y="2111"/>
                  </a:lnTo>
                  <a:lnTo>
                    <a:pt x="2112" y="4202"/>
                  </a:lnTo>
                  <a:lnTo>
                    <a:pt x="2558" y="3756"/>
                  </a:lnTo>
                  <a:lnTo>
                    <a:pt x="894" y="2111"/>
                  </a:lnTo>
                  <a:lnTo>
                    <a:pt x="2558" y="447"/>
                  </a:lnTo>
                  <a:lnTo>
                    <a:pt x="21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0" name="Google Shape;490;p43"/>
          <p:cNvSpPr/>
          <p:nvPr/>
        </p:nvSpPr>
        <p:spPr>
          <a:xfrm>
            <a:off x="1356690" y="1051366"/>
            <a:ext cx="998400" cy="998400"/>
          </a:xfrm>
          <a:prstGeom prst="ellipse">
            <a:avLst/>
          </a:prstGeom>
          <a:solidFill>
            <a:srgbClr val="718AC6">
              <a:alpha val="38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1" name="Google Shape;491;p43"/>
          <p:cNvGrpSpPr/>
          <p:nvPr/>
        </p:nvGrpSpPr>
        <p:grpSpPr>
          <a:xfrm>
            <a:off x="3244263" y="1234912"/>
            <a:ext cx="537556" cy="136576"/>
            <a:chOff x="2641350" y="846250"/>
            <a:chExt cx="413600" cy="105075"/>
          </a:xfrm>
        </p:grpSpPr>
        <p:sp>
          <p:nvSpPr>
            <p:cNvPr id="492" name="Google Shape;492;p43"/>
            <p:cNvSpPr/>
            <p:nvPr/>
          </p:nvSpPr>
          <p:spPr>
            <a:xfrm>
              <a:off x="2991475" y="846250"/>
              <a:ext cx="63475" cy="105075"/>
            </a:xfrm>
            <a:custGeom>
              <a:avLst/>
              <a:gdLst/>
              <a:ahLst/>
              <a:cxnLst/>
              <a:rect l="l" t="t" r="r" b="b"/>
              <a:pathLst>
                <a:path w="2539" h="4203" extrusionOk="0">
                  <a:moveTo>
                    <a:pt x="2092" y="1"/>
                  </a:moveTo>
                  <a:lnTo>
                    <a:pt x="1" y="2111"/>
                  </a:lnTo>
                  <a:lnTo>
                    <a:pt x="2092" y="4202"/>
                  </a:lnTo>
                  <a:lnTo>
                    <a:pt x="2538" y="3756"/>
                  </a:lnTo>
                  <a:lnTo>
                    <a:pt x="874" y="2111"/>
                  </a:lnTo>
                  <a:lnTo>
                    <a:pt x="2538" y="447"/>
                  </a:lnTo>
                  <a:lnTo>
                    <a:pt x="209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43"/>
            <p:cNvSpPr/>
            <p:nvPr/>
          </p:nvSpPr>
          <p:spPr>
            <a:xfrm>
              <a:off x="2874775" y="846250"/>
              <a:ext cx="63450" cy="105075"/>
            </a:xfrm>
            <a:custGeom>
              <a:avLst/>
              <a:gdLst/>
              <a:ahLst/>
              <a:cxnLst/>
              <a:rect l="l" t="t" r="r" b="b"/>
              <a:pathLst>
                <a:path w="2538" h="4203" extrusionOk="0">
                  <a:moveTo>
                    <a:pt x="2091" y="1"/>
                  </a:moveTo>
                  <a:lnTo>
                    <a:pt x="0" y="2111"/>
                  </a:lnTo>
                  <a:lnTo>
                    <a:pt x="2091" y="4202"/>
                  </a:lnTo>
                  <a:lnTo>
                    <a:pt x="2538" y="3756"/>
                  </a:lnTo>
                  <a:lnTo>
                    <a:pt x="894" y="2111"/>
                  </a:lnTo>
                  <a:lnTo>
                    <a:pt x="2538" y="447"/>
                  </a:lnTo>
                  <a:lnTo>
                    <a:pt x="209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43"/>
            <p:cNvSpPr/>
            <p:nvPr/>
          </p:nvSpPr>
          <p:spPr>
            <a:xfrm>
              <a:off x="2758075" y="846250"/>
              <a:ext cx="63450" cy="105075"/>
            </a:xfrm>
            <a:custGeom>
              <a:avLst/>
              <a:gdLst/>
              <a:ahLst/>
              <a:cxnLst/>
              <a:rect l="l" t="t" r="r" b="b"/>
              <a:pathLst>
                <a:path w="2538" h="4203" extrusionOk="0">
                  <a:moveTo>
                    <a:pt x="2111" y="1"/>
                  </a:moveTo>
                  <a:lnTo>
                    <a:pt x="0" y="2111"/>
                  </a:lnTo>
                  <a:lnTo>
                    <a:pt x="2111" y="4202"/>
                  </a:lnTo>
                  <a:lnTo>
                    <a:pt x="2537" y="3756"/>
                  </a:lnTo>
                  <a:lnTo>
                    <a:pt x="893" y="2111"/>
                  </a:lnTo>
                  <a:lnTo>
                    <a:pt x="2537" y="447"/>
                  </a:lnTo>
                  <a:lnTo>
                    <a:pt x="211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43"/>
            <p:cNvSpPr/>
            <p:nvPr/>
          </p:nvSpPr>
          <p:spPr>
            <a:xfrm>
              <a:off x="2641350" y="846250"/>
              <a:ext cx="63975" cy="105075"/>
            </a:xfrm>
            <a:custGeom>
              <a:avLst/>
              <a:gdLst/>
              <a:ahLst/>
              <a:cxnLst/>
              <a:rect l="l" t="t" r="r" b="b"/>
              <a:pathLst>
                <a:path w="2559" h="4203" extrusionOk="0">
                  <a:moveTo>
                    <a:pt x="2112" y="1"/>
                  </a:moveTo>
                  <a:lnTo>
                    <a:pt x="1" y="2111"/>
                  </a:lnTo>
                  <a:lnTo>
                    <a:pt x="2112" y="4202"/>
                  </a:lnTo>
                  <a:lnTo>
                    <a:pt x="2558" y="3756"/>
                  </a:lnTo>
                  <a:lnTo>
                    <a:pt x="894" y="2111"/>
                  </a:lnTo>
                  <a:lnTo>
                    <a:pt x="2558" y="447"/>
                  </a:lnTo>
                  <a:lnTo>
                    <a:pt x="21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6" name="Google Shape;496;p43"/>
          <p:cNvSpPr txBox="1">
            <a:spLocks noGrp="1"/>
          </p:cNvSpPr>
          <p:nvPr>
            <p:ph type="body" idx="1"/>
          </p:nvPr>
        </p:nvSpPr>
        <p:spPr>
          <a:xfrm>
            <a:off x="990535" y="2049766"/>
            <a:ext cx="3581365" cy="2666255"/>
          </a:xfrm>
          <a:prstGeom prst="rect">
            <a:avLst/>
          </a:prstGeom>
        </p:spPr>
        <p:txBody>
          <a:bodyPr spcFirstLastPara="1" wrap="square" lIns="91425" tIns="91425" rIns="91425" bIns="91425" anchor="t" anchorCtr="0">
            <a:noAutofit/>
          </a:bodyPr>
          <a:lstStyle/>
          <a:p>
            <a:pPr marL="0" lvl="0" indent="0" algn="just">
              <a:buNone/>
            </a:pPr>
            <a:r>
              <a:rPr lang="vi-VN" sz="1800" dirty="0">
                <a:solidFill>
                  <a:schemeClr val="dk1"/>
                </a:solidFill>
              </a:rPr>
              <a:t>Trò chơi giúp người chơi trải nghiệm</a:t>
            </a:r>
            <a:r>
              <a:rPr lang="en-US" sz="1800" dirty="0">
                <a:solidFill>
                  <a:schemeClr val="dk1"/>
                </a:solidFill>
              </a:rPr>
              <a:t> </a:t>
            </a:r>
            <a:r>
              <a:rPr lang="vi-VN" sz="1800" dirty="0">
                <a:solidFill>
                  <a:schemeClr val="dk1"/>
                </a:solidFill>
              </a:rPr>
              <a:t>thử thách tìm đường, vượt chướng ngại vật và sử dụng tư duy logic để giải mê cung. Đồ án nghiên cứu và áp dụng thuật toán tối ưu hóa đường đi của nhân vật chính</a:t>
            </a:r>
            <a:r>
              <a:rPr lang="en-US" sz="1800" dirty="0">
                <a:solidFill>
                  <a:schemeClr val="dk1"/>
                </a:solidFill>
              </a:rPr>
              <a:t>.</a:t>
            </a:r>
            <a:endParaRPr sz="1800" dirty="0">
              <a:solidFill>
                <a:schemeClr val="dk1"/>
              </a:solidFill>
            </a:endParaRPr>
          </a:p>
        </p:txBody>
      </p:sp>
      <p:pic>
        <p:nvPicPr>
          <p:cNvPr id="2050" name="Picture 2" descr="PHẠM VI NGHIÊN CỨU VÀ ĐỐI TƯỢNG TRONG LUẬN VĂN MỚI NHẤT 2022 - Kiến ..."/>
          <p:cNvPicPr>
            <a:picLocks noChangeAspect="1" noChangeArrowheads="1"/>
          </p:cNvPicPr>
          <p:nvPr/>
        </p:nvPicPr>
        <p:blipFill rotWithShape="1">
          <a:blip r:embed="rId3">
            <a:extLst>
              <a:ext uri="{28A0092B-C50C-407E-A947-70E740481C1C}">
                <a14:useLocalDpi xmlns:a14="http://schemas.microsoft.com/office/drawing/2010/main" val="0"/>
              </a:ext>
            </a:extLst>
          </a:blip>
          <a:srcRect l="24708" t="-642" r="17479" b="38202"/>
          <a:stretch/>
        </p:blipFill>
        <p:spPr bwMode="auto">
          <a:xfrm>
            <a:off x="5003600" y="1303200"/>
            <a:ext cx="3846455" cy="25274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047513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96">
                                            <p:txEl>
                                              <p:pRg st="0" end="0"/>
                                            </p:txEl>
                                          </p:spTgt>
                                        </p:tgtEl>
                                        <p:attrNameLst>
                                          <p:attrName>style.visibility</p:attrName>
                                        </p:attrNameLst>
                                      </p:cBhvr>
                                      <p:to>
                                        <p:strVal val="visible"/>
                                      </p:to>
                                    </p:set>
                                    <p:animEffect transition="in" filter="fade">
                                      <p:cBhvr>
                                        <p:cTn id="7" dur="100"/>
                                        <p:tgtEl>
                                          <p:spTgt spid="49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1" name="Google Shape;601;p48"/>
          <p:cNvSpPr/>
          <p:nvPr/>
        </p:nvSpPr>
        <p:spPr>
          <a:xfrm>
            <a:off x="380800" y="519600"/>
            <a:ext cx="6261600" cy="4624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48"/>
          <p:cNvSpPr/>
          <p:nvPr/>
        </p:nvSpPr>
        <p:spPr>
          <a:xfrm>
            <a:off x="715100" y="832048"/>
            <a:ext cx="5580000" cy="4311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48"/>
          <p:cNvSpPr txBox="1">
            <a:spLocks noGrp="1"/>
          </p:cNvSpPr>
          <p:nvPr>
            <p:ph type="title"/>
          </p:nvPr>
        </p:nvSpPr>
        <p:spPr>
          <a:xfrm>
            <a:off x="1039150" y="2190975"/>
            <a:ext cx="5106000" cy="1465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latin typeface="UTM Andrea" panose="02040603050506020204" pitchFamily="18" charset="0"/>
              </a:rPr>
              <a:t>Chức năng</a:t>
            </a:r>
            <a:endParaRPr dirty="0">
              <a:latin typeface="UTM Andrea" panose="02040603050506020204" pitchFamily="18" charset="0"/>
            </a:endParaRPr>
          </a:p>
        </p:txBody>
      </p:sp>
      <p:sp>
        <p:nvSpPr>
          <p:cNvPr id="604" name="Google Shape;604;p48"/>
          <p:cNvSpPr txBox="1">
            <a:spLocks noGrp="1"/>
          </p:cNvSpPr>
          <p:nvPr>
            <p:ph type="title" idx="2"/>
          </p:nvPr>
        </p:nvSpPr>
        <p:spPr>
          <a:xfrm>
            <a:off x="1039142" y="1349167"/>
            <a:ext cx="18828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latin typeface="UTM Andrea" panose="02040603050506020204" pitchFamily="18" charset="0"/>
              </a:rPr>
              <a:t>02.</a:t>
            </a:r>
            <a:endParaRPr dirty="0">
              <a:latin typeface="UTM Andrea" panose="02040603050506020204" pitchFamily="18" charset="0"/>
            </a:endParaRPr>
          </a:p>
        </p:txBody>
      </p:sp>
      <p:grpSp>
        <p:nvGrpSpPr>
          <p:cNvPr id="606" name="Google Shape;606;p48"/>
          <p:cNvGrpSpPr/>
          <p:nvPr/>
        </p:nvGrpSpPr>
        <p:grpSpPr>
          <a:xfrm rot="-5400000">
            <a:off x="328789" y="1830282"/>
            <a:ext cx="772605" cy="196301"/>
            <a:chOff x="2641350" y="846250"/>
            <a:chExt cx="413600" cy="105075"/>
          </a:xfrm>
        </p:grpSpPr>
        <p:sp>
          <p:nvSpPr>
            <p:cNvPr id="607" name="Google Shape;607;p48"/>
            <p:cNvSpPr/>
            <p:nvPr/>
          </p:nvSpPr>
          <p:spPr>
            <a:xfrm>
              <a:off x="2991475" y="846250"/>
              <a:ext cx="63475" cy="105075"/>
            </a:xfrm>
            <a:custGeom>
              <a:avLst/>
              <a:gdLst/>
              <a:ahLst/>
              <a:cxnLst/>
              <a:rect l="l" t="t" r="r" b="b"/>
              <a:pathLst>
                <a:path w="2539" h="4203" extrusionOk="0">
                  <a:moveTo>
                    <a:pt x="2092" y="1"/>
                  </a:moveTo>
                  <a:lnTo>
                    <a:pt x="1" y="2111"/>
                  </a:lnTo>
                  <a:lnTo>
                    <a:pt x="2092" y="4202"/>
                  </a:lnTo>
                  <a:lnTo>
                    <a:pt x="2538" y="3756"/>
                  </a:lnTo>
                  <a:lnTo>
                    <a:pt x="874" y="2111"/>
                  </a:lnTo>
                  <a:lnTo>
                    <a:pt x="2538" y="447"/>
                  </a:lnTo>
                  <a:lnTo>
                    <a:pt x="209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48"/>
            <p:cNvSpPr/>
            <p:nvPr/>
          </p:nvSpPr>
          <p:spPr>
            <a:xfrm>
              <a:off x="2874775" y="846250"/>
              <a:ext cx="63450" cy="105075"/>
            </a:xfrm>
            <a:custGeom>
              <a:avLst/>
              <a:gdLst/>
              <a:ahLst/>
              <a:cxnLst/>
              <a:rect l="l" t="t" r="r" b="b"/>
              <a:pathLst>
                <a:path w="2538" h="4203" extrusionOk="0">
                  <a:moveTo>
                    <a:pt x="2091" y="1"/>
                  </a:moveTo>
                  <a:lnTo>
                    <a:pt x="0" y="2111"/>
                  </a:lnTo>
                  <a:lnTo>
                    <a:pt x="2091" y="4202"/>
                  </a:lnTo>
                  <a:lnTo>
                    <a:pt x="2538" y="3756"/>
                  </a:lnTo>
                  <a:lnTo>
                    <a:pt x="894" y="2111"/>
                  </a:lnTo>
                  <a:lnTo>
                    <a:pt x="2538" y="447"/>
                  </a:lnTo>
                  <a:lnTo>
                    <a:pt x="20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48"/>
            <p:cNvSpPr/>
            <p:nvPr/>
          </p:nvSpPr>
          <p:spPr>
            <a:xfrm>
              <a:off x="2758075" y="846250"/>
              <a:ext cx="63450" cy="105075"/>
            </a:xfrm>
            <a:custGeom>
              <a:avLst/>
              <a:gdLst/>
              <a:ahLst/>
              <a:cxnLst/>
              <a:rect l="l" t="t" r="r" b="b"/>
              <a:pathLst>
                <a:path w="2538" h="4203" extrusionOk="0">
                  <a:moveTo>
                    <a:pt x="2111" y="1"/>
                  </a:moveTo>
                  <a:lnTo>
                    <a:pt x="0" y="2111"/>
                  </a:lnTo>
                  <a:lnTo>
                    <a:pt x="2111" y="4202"/>
                  </a:lnTo>
                  <a:lnTo>
                    <a:pt x="2537" y="3756"/>
                  </a:lnTo>
                  <a:lnTo>
                    <a:pt x="893" y="2111"/>
                  </a:lnTo>
                  <a:lnTo>
                    <a:pt x="2537" y="447"/>
                  </a:lnTo>
                  <a:lnTo>
                    <a:pt x="21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48"/>
            <p:cNvSpPr/>
            <p:nvPr/>
          </p:nvSpPr>
          <p:spPr>
            <a:xfrm>
              <a:off x="2641350" y="846250"/>
              <a:ext cx="63975" cy="105075"/>
            </a:xfrm>
            <a:custGeom>
              <a:avLst/>
              <a:gdLst/>
              <a:ahLst/>
              <a:cxnLst/>
              <a:rect l="l" t="t" r="r" b="b"/>
              <a:pathLst>
                <a:path w="2559" h="4203" extrusionOk="0">
                  <a:moveTo>
                    <a:pt x="2112" y="1"/>
                  </a:moveTo>
                  <a:lnTo>
                    <a:pt x="1" y="2111"/>
                  </a:lnTo>
                  <a:lnTo>
                    <a:pt x="2112" y="4202"/>
                  </a:lnTo>
                  <a:lnTo>
                    <a:pt x="2558" y="3756"/>
                  </a:lnTo>
                  <a:lnTo>
                    <a:pt x="894" y="2111"/>
                  </a:lnTo>
                  <a:lnTo>
                    <a:pt x="2558" y="447"/>
                  </a:lnTo>
                  <a:lnTo>
                    <a:pt x="21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611" name="Google Shape;611;p48"/>
          <p:cNvCxnSpPr/>
          <p:nvPr/>
        </p:nvCxnSpPr>
        <p:spPr>
          <a:xfrm>
            <a:off x="453675" y="4411950"/>
            <a:ext cx="5442600" cy="5400"/>
          </a:xfrm>
          <a:prstGeom prst="straightConnector1">
            <a:avLst/>
          </a:prstGeom>
          <a:noFill/>
          <a:ln w="19050" cap="flat" cmpd="sng">
            <a:solidFill>
              <a:schemeClr val="dk1"/>
            </a:solidFill>
            <a:prstDash val="solid"/>
            <a:round/>
            <a:headEnd type="none" w="med" len="med"/>
            <a:tailEnd type="none" w="med" len="med"/>
          </a:ln>
        </p:spPr>
      </p:cxnSp>
      <p:sp>
        <p:nvSpPr>
          <p:cNvPr id="600" name="Google Shape;600;p48"/>
          <p:cNvSpPr/>
          <p:nvPr/>
        </p:nvSpPr>
        <p:spPr>
          <a:xfrm>
            <a:off x="813242" y="1160127"/>
            <a:ext cx="998400" cy="998400"/>
          </a:xfrm>
          <a:prstGeom prst="ellipse">
            <a:avLst/>
          </a:prstGeom>
          <a:solidFill>
            <a:schemeClr val="hlink">
              <a:alpha val="383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02"/>
        <p:cNvGrpSpPr/>
        <p:nvPr/>
      </p:nvGrpSpPr>
      <p:grpSpPr>
        <a:xfrm>
          <a:off x="0" y="0"/>
          <a:ext cx="0" cy="0"/>
          <a:chOff x="0" y="0"/>
          <a:chExt cx="0" cy="0"/>
        </a:xfrm>
      </p:grpSpPr>
      <p:grpSp>
        <p:nvGrpSpPr>
          <p:cNvPr id="903" name="Google Shape;903;p55"/>
          <p:cNvGrpSpPr/>
          <p:nvPr/>
        </p:nvGrpSpPr>
        <p:grpSpPr>
          <a:xfrm rot="10800000">
            <a:off x="7783966" y="1320613"/>
            <a:ext cx="537556" cy="136576"/>
            <a:chOff x="2641350" y="846250"/>
            <a:chExt cx="413600" cy="105075"/>
          </a:xfrm>
        </p:grpSpPr>
        <p:sp>
          <p:nvSpPr>
            <p:cNvPr id="904" name="Google Shape;904;p55"/>
            <p:cNvSpPr/>
            <p:nvPr/>
          </p:nvSpPr>
          <p:spPr>
            <a:xfrm>
              <a:off x="2991475" y="846250"/>
              <a:ext cx="63475" cy="105075"/>
            </a:xfrm>
            <a:custGeom>
              <a:avLst/>
              <a:gdLst/>
              <a:ahLst/>
              <a:cxnLst/>
              <a:rect l="l" t="t" r="r" b="b"/>
              <a:pathLst>
                <a:path w="2539" h="4203" extrusionOk="0">
                  <a:moveTo>
                    <a:pt x="2092" y="1"/>
                  </a:moveTo>
                  <a:lnTo>
                    <a:pt x="1" y="2111"/>
                  </a:lnTo>
                  <a:lnTo>
                    <a:pt x="2092" y="4202"/>
                  </a:lnTo>
                  <a:lnTo>
                    <a:pt x="2538" y="3756"/>
                  </a:lnTo>
                  <a:lnTo>
                    <a:pt x="874" y="2111"/>
                  </a:lnTo>
                  <a:lnTo>
                    <a:pt x="2538" y="447"/>
                  </a:lnTo>
                  <a:lnTo>
                    <a:pt x="209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55"/>
            <p:cNvSpPr/>
            <p:nvPr/>
          </p:nvSpPr>
          <p:spPr>
            <a:xfrm>
              <a:off x="2874775" y="846250"/>
              <a:ext cx="63450" cy="105075"/>
            </a:xfrm>
            <a:custGeom>
              <a:avLst/>
              <a:gdLst/>
              <a:ahLst/>
              <a:cxnLst/>
              <a:rect l="l" t="t" r="r" b="b"/>
              <a:pathLst>
                <a:path w="2538" h="4203" extrusionOk="0">
                  <a:moveTo>
                    <a:pt x="2091" y="1"/>
                  </a:moveTo>
                  <a:lnTo>
                    <a:pt x="0" y="2111"/>
                  </a:lnTo>
                  <a:lnTo>
                    <a:pt x="2091" y="4202"/>
                  </a:lnTo>
                  <a:lnTo>
                    <a:pt x="2538" y="3756"/>
                  </a:lnTo>
                  <a:lnTo>
                    <a:pt x="894" y="2111"/>
                  </a:lnTo>
                  <a:lnTo>
                    <a:pt x="2538" y="447"/>
                  </a:lnTo>
                  <a:lnTo>
                    <a:pt x="209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55"/>
            <p:cNvSpPr/>
            <p:nvPr/>
          </p:nvSpPr>
          <p:spPr>
            <a:xfrm>
              <a:off x="2758075" y="846250"/>
              <a:ext cx="63450" cy="105075"/>
            </a:xfrm>
            <a:custGeom>
              <a:avLst/>
              <a:gdLst/>
              <a:ahLst/>
              <a:cxnLst/>
              <a:rect l="l" t="t" r="r" b="b"/>
              <a:pathLst>
                <a:path w="2538" h="4203" extrusionOk="0">
                  <a:moveTo>
                    <a:pt x="2111" y="1"/>
                  </a:moveTo>
                  <a:lnTo>
                    <a:pt x="0" y="2111"/>
                  </a:lnTo>
                  <a:lnTo>
                    <a:pt x="2111" y="4202"/>
                  </a:lnTo>
                  <a:lnTo>
                    <a:pt x="2537" y="3756"/>
                  </a:lnTo>
                  <a:lnTo>
                    <a:pt x="893" y="2111"/>
                  </a:lnTo>
                  <a:lnTo>
                    <a:pt x="2537" y="447"/>
                  </a:lnTo>
                  <a:lnTo>
                    <a:pt x="211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55"/>
            <p:cNvSpPr/>
            <p:nvPr/>
          </p:nvSpPr>
          <p:spPr>
            <a:xfrm>
              <a:off x="2641350" y="846250"/>
              <a:ext cx="63975" cy="105075"/>
            </a:xfrm>
            <a:custGeom>
              <a:avLst/>
              <a:gdLst/>
              <a:ahLst/>
              <a:cxnLst/>
              <a:rect l="l" t="t" r="r" b="b"/>
              <a:pathLst>
                <a:path w="2559" h="4203" extrusionOk="0">
                  <a:moveTo>
                    <a:pt x="2112" y="1"/>
                  </a:moveTo>
                  <a:lnTo>
                    <a:pt x="1" y="2111"/>
                  </a:lnTo>
                  <a:lnTo>
                    <a:pt x="2112" y="4202"/>
                  </a:lnTo>
                  <a:lnTo>
                    <a:pt x="2558" y="3756"/>
                  </a:lnTo>
                  <a:lnTo>
                    <a:pt x="894" y="2111"/>
                  </a:lnTo>
                  <a:lnTo>
                    <a:pt x="2558" y="447"/>
                  </a:lnTo>
                  <a:lnTo>
                    <a:pt x="21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08" name="Google Shape;908;p55"/>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UTM Andrea" panose="02040603050506020204" pitchFamily="18" charset="0"/>
              </a:rPr>
              <a:t>Chức năng</a:t>
            </a:r>
            <a:endParaRPr dirty="0">
              <a:latin typeface="UTM Andrea" panose="02040603050506020204" pitchFamily="18" charset="0"/>
            </a:endParaRPr>
          </a:p>
        </p:txBody>
      </p:sp>
      <p:grpSp>
        <p:nvGrpSpPr>
          <p:cNvPr id="920" name="Google Shape;920;p55"/>
          <p:cNvGrpSpPr/>
          <p:nvPr/>
        </p:nvGrpSpPr>
        <p:grpSpPr>
          <a:xfrm>
            <a:off x="878338" y="983704"/>
            <a:ext cx="913425" cy="370975"/>
            <a:chOff x="6514150" y="4420266"/>
            <a:chExt cx="913425" cy="370975"/>
          </a:xfrm>
        </p:grpSpPr>
        <p:sp>
          <p:nvSpPr>
            <p:cNvPr id="921" name="Google Shape;921;p55"/>
            <p:cNvSpPr/>
            <p:nvPr/>
          </p:nvSpPr>
          <p:spPr>
            <a:xfrm>
              <a:off x="6938875" y="4420266"/>
              <a:ext cx="488700" cy="370975"/>
            </a:xfrm>
            <a:custGeom>
              <a:avLst/>
              <a:gdLst/>
              <a:ahLst/>
              <a:cxnLst/>
              <a:rect l="l" t="t" r="r" b="b"/>
              <a:pathLst>
                <a:path w="19548" h="14839" extrusionOk="0">
                  <a:moveTo>
                    <a:pt x="8160" y="1"/>
                  </a:moveTo>
                  <a:lnTo>
                    <a:pt x="1" y="14838"/>
                  </a:lnTo>
                  <a:lnTo>
                    <a:pt x="11388" y="14838"/>
                  </a:lnTo>
                  <a:lnTo>
                    <a:pt x="195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55"/>
            <p:cNvSpPr/>
            <p:nvPr/>
          </p:nvSpPr>
          <p:spPr>
            <a:xfrm>
              <a:off x="6514150" y="4420266"/>
              <a:ext cx="488700" cy="370975"/>
            </a:xfrm>
            <a:custGeom>
              <a:avLst/>
              <a:gdLst/>
              <a:ahLst/>
              <a:cxnLst/>
              <a:rect l="l" t="t" r="r" b="b"/>
              <a:pathLst>
                <a:path w="19548" h="14839" extrusionOk="0">
                  <a:moveTo>
                    <a:pt x="8160" y="1"/>
                  </a:moveTo>
                  <a:lnTo>
                    <a:pt x="1" y="14838"/>
                  </a:lnTo>
                  <a:lnTo>
                    <a:pt x="11388" y="14838"/>
                  </a:lnTo>
                  <a:lnTo>
                    <a:pt x="195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7" name="Google Shape;937;p55"/>
          <p:cNvSpPr/>
          <p:nvPr/>
        </p:nvSpPr>
        <p:spPr>
          <a:xfrm>
            <a:off x="1687207" y="3240745"/>
            <a:ext cx="215400" cy="219600"/>
          </a:xfrm>
          <a:prstGeom prst="diamond">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55"/>
          <p:cNvSpPr/>
          <p:nvPr/>
        </p:nvSpPr>
        <p:spPr>
          <a:xfrm>
            <a:off x="4466678" y="3240745"/>
            <a:ext cx="215400" cy="219600"/>
          </a:xfrm>
          <a:prstGeom prst="diamond">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55"/>
          <p:cNvSpPr/>
          <p:nvPr/>
        </p:nvSpPr>
        <p:spPr>
          <a:xfrm>
            <a:off x="7246569" y="3240745"/>
            <a:ext cx="215400" cy="219600"/>
          </a:xfrm>
          <a:prstGeom prst="diamond">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55"/>
          <p:cNvSpPr/>
          <p:nvPr/>
        </p:nvSpPr>
        <p:spPr>
          <a:xfrm>
            <a:off x="3076880" y="3240745"/>
            <a:ext cx="215400" cy="219600"/>
          </a:xfrm>
          <a:prstGeom prst="diamond">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55"/>
          <p:cNvSpPr/>
          <p:nvPr/>
        </p:nvSpPr>
        <p:spPr>
          <a:xfrm>
            <a:off x="5856624" y="3240745"/>
            <a:ext cx="215400" cy="219600"/>
          </a:xfrm>
          <a:prstGeom prst="diamond">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42" name="Google Shape;942;p55"/>
          <p:cNvCxnSpPr/>
          <p:nvPr/>
        </p:nvCxnSpPr>
        <p:spPr>
          <a:xfrm>
            <a:off x="2011233" y="3350516"/>
            <a:ext cx="957000" cy="0"/>
          </a:xfrm>
          <a:prstGeom prst="straightConnector1">
            <a:avLst/>
          </a:prstGeom>
          <a:noFill/>
          <a:ln w="19050" cap="flat" cmpd="sng">
            <a:solidFill>
              <a:schemeClr val="accent2"/>
            </a:solidFill>
            <a:prstDash val="solid"/>
            <a:round/>
            <a:headEnd type="none" w="med" len="med"/>
            <a:tailEnd type="none" w="med" len="med"/>
          </a:ln>
        </p:spPr>
      </p:cxnSp>
      <p:cxnSp>
        <p:nvCxnSpPr>
          <p:cNvPr id="943" name="Google Shape;943;p55"/>
          <p:cNvCxnSpPr/>
          <p:nvPr/>
        </p:nvCxnSpPr>
        <p:spPr>
          <a:xfrm>
            <a:off x="3400906" y="3350516"/>
            <a:ext cx="957000" cy="0"/>
          </a:xfrm>
          <a:prstGeom prst="straightConnector1">
            <a:avLst/>
          </a:prstGeom>
          <a:noFill/>
          <a:ln w="19050" cap="flat" cmpd="sng">
            <a:solidFill>
              <a:schemeClr val="accent2"/>
            </a:solidFill>
            <a:prstDash val="solid"/>
            <a:round/>
            <a:headEnd type="none" w="med" len="med"/>
            <a:tailEnd type="none" w="med" len="med"/>
          </a:ln>
        </p:spPr>
      </p:cxnSp>
      <p:cxnSp>
        <p:nvCxnSpPr>
          <p:cNvPr id="944" name="Google Shape;944;p55"/>
          <p:cNvCxnSpPr/>
          <p:nvPr/>
        </p:nvCxnSpPr>
        <p:spPr>
          <a:xfrm>
            <a:off x="4790851" y="3350516"/>
            <a:ext cx="957000" cy="0"/>
          </a:xfrm>
          <a:prstGeom prst="straightConnector1">
            <a:avLst/>
          </a:prstGeom>
          <a:noFill/>
          <a:ln w="19050" cap="flat" cmpd="sng">
            <a:solidFill>
              <a:schemeClr val="accent2"/>
            </a:solidFill>
            <a:prstDash val="solid"/>
            <a:round/>
            <a:headEnd type="none" w="med" len="med"/>
            <a:tailEnd type="none" w="med" len="med"/>
          </a:ln>
        </p:spPr>
      </p:cxnSp>
      <p:cxnSp>
        <p:nvCxnSpPr>
          <p:cNvPr id="945" name="Google Shape;945;p55"/>
          <p:cNvCxnSpPr/>
          <p:nvPr/>
        </p:nvCxnSpPr>
        <p:spPr>
          <a:xfrm>
            <a:off x="6180796" y="3350516"/>
            <a:ext cx="957000" cy="0"/>
          </a:xfrm>
          <a:prstGeom prst="straightConnector1">
            <a:avLst/>
          </a:prstGeom>
          <a:noFill/>
          <a:ln w="19050" cap="flat" cmpd="sng">
            <a:solidFill>
              <a:schemeClr val="accent2"/>
            </a:solidFill>
            <a:prstDash val="solid"/>
            <a:round/>
            <a:headEnd type="none" w="med" len="med"/>
            <a:tailEnd type="none" w="med" len="med"/>
          </a:ln>
        </p:spPr>
      </p:cxnSp>
      <p:sp>
        <p:nvSpPr>
          <p:cNvPr id="946" name="Google Shape;946;p55"/>
          <p:cNvSpPr/>
          <p:nvPr/>
        </p:nvSpPr>
        <p:spPr>
          <a:xfrm>
            <a:off x="1493389" y="3788683"/>
            <a:ext cx="401700" cy="401700"/>
          </a:xfrm>
          <a:prstGeom prst="ellipse">
            <a:avLst/>
          </a:prstGeom>
          <a:solidFill>
            <a:srgbClr val="718AC6">
              <a:alpha val="38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55"/>
          <p:cNvSpPr/>
          <p:nvPr/>
        </p:nvSpPr>
        <p:spPr>
          <a:xfrm>
            <a:off x="2889148" y="2728873"/>
            <a:ext cx="401700" cy="401700"/>
          </a:xfrm>
          <a:prstGeom prst="ellipse">
            <a:avLst/>
          </a:prstGeom>
          <a:solidFill>
            <a:srgbClr val="718AC6">
              <a:alpha val="38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55"/>
          <p:cNvSpPr/>
          <p:nvPr/>
        </p:nvSpPr>
        <p:spPr>
          <a:xfrm>
            <a:off x="4439675" y="3678556"/>
            <a:ext cx="401700" cy="401700"/>
          </a:xfrm>
          <a:prstGeom prst="ellipse">
            <a:avLst/>
          </a:prstGeom>
          <a:solidFill>
            <a:srgbClr val="718AC6">
              <a:alpha val="38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55"/>
          <p:cNvSpPr/>
          <p:nvPr/>
        </p:nvSpPr>
        <p:spPr>
          <a:xfrm>
            <a:off x="5780254" y="2446748"/>
            <a:ext cx="401700" cy="401700"/>
          </a:xfrm>
          <a:prstGeom prst="ellipse">
            <a:avLst/>
          </a:prstGeom>
          <a:solidFill>
            <a:srgbClr val="718AC6">
              <a:alpha val="38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55"/>
          <p:cNvSpPr/>
          <p:nvPr/>
        </p:nvSpPr>
        <p:spPr>
          <a:xfrm>
            <a:off x="7385961" y="3601631"/>
            <a:ext cx="401700" cy="401700"/>
          </a:xfrm>
          <a:prstGeom prst="ellipse">
            <a:avLst/>
          </a:prstGeom>
          <a:solidFill>
            <a:srgbClr val="718AC6">
              <a:alpha val="38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55"/>
          <p:cNvSpPr txBox="1"/>
          <p:nvPr/>
        </p:nvSpPr>
        <p:spPr>
          <a:xfrm>
            <a:off x="820686" y="4303434"/>
            <a:ext cx="2016900" cy="328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dirty="0">
                <a:solidFill>
                  <a:schemeClr val="accent2"/>
                </a:solidFill>
                <a:latin typeface="Farsan" panose="00000500000000000000" pitchFamily="2" charset="0"/>
                <a:ea typeface="Bebas Neue"/>
                <a:cs typeface="Farsan" panose="00000500000000000000" pitchFamily="2" charset="0"/>
                <a:sym typeface="Bebas Neue"/>
              </a:rPr>
              <a:t>Di chuyển</a:t>
            </a:r>
            <a:endParaRPr sz="2500" dirty="0">
              <a:solidFill>
                <a:schemeClr val="accent2"/>
              </a:solidFill>
              <a:latin typeface="Farsan" panose="00000500000000000000" pitchFamily="2" charset="0"/>
              <a:ea typeface="Bebas Neue"/>
              <a:cs typeface="Farsan" panose="00000500000000000000" pitchFamily="2" charset="0"/>
              <a:sym typeface="Bebas Neue"/>
            </a:endParaRPr>
          </a:p>
        </p:txBody>
      </p:sp>
      <p:sp>
        <p:nvSpPr>
          <p:cNvPr id="953" name="Google Shape;953;p55"/>
          <p:cNvSpPr txBox="1"/>
          <p:nvPr/>
        </p:nvSpPr>
        <p:spPr>
          <a:xfrm>
            <a:off x="2187385" y="1896654"/>
            <a:ext cx="2016900" cy="328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dirty="0">
                <a:solidFill>
                  <a:schemeClr val="accent2"/>
                </a:solidFill>
                <a:latin typeface="Farsan" panose="00000500000000000000" pitchFamily="2" charset="0"/>
                <a:ea typeface="Bebas Neue"/>
                <a:cs typeface="Farsan" panose="00000500000000000000" pitchFamily="2" charset="0"/>
                <a:sym typeface="Bebas Neue"/>
              </a:rPr>
              <a:t>Tìm đường</a:t>
            </a:r>
            <a:endParaRPr sz="2500" dirty="0">
              <a:solidFill>
                <a:schemeClr val="accent2"/>
              </a:solidFill>
              <a:latin typeface="Farsan" panose="00000500000000000000" pitchFamily="2" charset="0"/>
              <a:ea typeface="Bebas Neue"/>
              <a:cs typeface="Farsan" panose="00000500000000000000" pitchFamily="2" charset="0"/>
              <a:sym typeface="Bebas Neue"/>
            </a:endParaRPr>
          </a:p>
        </p:txBody>
      </p:sp>
      <p:sp>
        <p:nvSpPr>
          <p:cNvPr id="955" name="Google Shape;955;p55"/>
          <p:cNvSpPr txBox="1"/>
          <p:nvPr/>
        </p:nvSpPr>
        <p:spPr>
          <a:xfrm>
            <a:off x="3622399" y="4303434"/>
            <a:ext cx="2016900" cy="328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500" dirty="0">
                <a:solidFill>
                  <a:schemeClr val="accent2"/>
                </a:solidFill>
                <a:latin typeface="Farsan" panose="00000500000000000000" pitchFamily="2" charset="0"/>
                <a:ea typeface="Bebas Neue"/>
                <a:cs typeface="Farsan" panose="00000500000000000000" pitchFamily="2" charset="0"/>
                <a:sym typeface="Bebas Neue"/>
              </a:rPr>
              <a:t>T</a:t>
            </a:r>
            <a:r>
              <a:rPr lang="en" sz="2500" dirty="0">
                <a:solidFill>
                  <a:schemeClr val="accent2"/>
                </a:solidFill>
                <a:latin typeface="Farsan" panose="00000500000000000000" pitchFamily="2" charset="0"/>
                <a:ea typeface="Bebas Neue"/>
                <a:cs typeface="Farsan" panose="00000500000000000000" pitchFamily="2" charset="0"/>
                <a:sym typeface="Bebas Neue"/>
              </a:rPr>
              <a:t>huật toán</a:t>
            </a:r>
            <a:endParaRPr sz="2500" dirty="0">
              <a:solidFill>
                <a:schemeClr val="accent2"/>
              </a:solidFill>
              <a:latin typeface="Farsan" panose="00000500000000000000" pitchFamily="2" charset="0"/>
              <a:ea typeface="Bebas Neue"/>
              <a:cs typeface="Farsan" panose="00000500000000000000" pitchFamily="2" charset="0"/>
              <a:sym typeface="Bebas Neue"/>
            </a:endParaRPr>
          </a:p>
        </p:txBody>
      </p:sp>
      <p:sp>
        <p:nvSpPr>
          <p:cNvPr id="957" name="Google Shape;957;p55"/>
          <p:cNvSpPr txBox="1"/>
          <p:nvPr/>
        </p:nvSpPr>
        <p:spPr>
          <a:xfrm>
            <a:off x="4961236" y="1897667"/>
            <a:ext cx="2016900" cy="328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dirty="0">
                <a:solidFill>
                  <a:schemeClr val="accent2"/>
                </a:solidFill>
                <a:latin typeface="Farsan" panose="00000500000000000000" pitchFamily="2" charset="0"/>
                <a:ea typeface="Bebas Neue"/>
                <a:cs typeface="Farsan" panose="00000500000000000000" pitchFamily="2" charset="0"/>
                <a:sym typeface="Bebas Neue"/>
              </a:rPr>
              <a:t>Kiểm tra</a:t>
            </a:r>
            <a:endParaRPr sz="2500" dirty="0">
              <a:solidFill>
                <a:schemeClr val="accent2"/>
              </a:solidFill>
              <a:latin typeface="Farsan" panose="00000500000000000000" pitchFamily="2" charset="0"/>
              <a:ea typeface="Bebas Neue"/>
              <a:cs typeface="Farsan" panose="00000500000000000000" pitchFamily="2" charset="0"/>
              <a:sym typeface="Bebas Neue"/>
            </a:endParaRPr>
          </a:p>
        </p:txBody>
      </p:sp>
      <p:sp>
        <p:nvSpPr>
          <p:cNvPr id="959" name="Google Shape;959;p55"/>
          <p:cNvSpPr txBox="1"/>
          <p:nvPr/>
        </p:nvSpPr>
        <p:spPr>
          <a:xfrm>
            <a:off x="6407100" y="4303434"/>
            <a:ext cx="2016900" cy="328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dirty="0">
                <a:solidFill>
                  <a:schemeClr val="accent2"/>
                </a:solidFill>
                <a:latin typeface="Farsan" panose="00000500000000000000" pitchFamily="2" charset="0"/>
                <a:ea typeface="Bebas Neue"/>
                <a:cs typeface="Farsan" panose="00000500000000000000" pitchFamily="2" charset="0"/>
                <a:sym typeface="Bebas Neue"/>
              </a:rPr>
              <a:t>Nghe nhìn</a:t>
            </a:r>
            <a:endParaRPr sz="2500" dirty="0">
              <a:solidFill>
                <a:schemeClr val="accent2"/>
              </a:solidFill>
              <a:latin typeface="Farsan" panose="00000500000000000000" pitchFamily="2" charset="0"/>
              <a:ea typeface="Bebas Neue"/>
              <a:cs typeface="Farsan" panose="00000500000000000000" pitchFamily="2" charset="0"/>
              <a:sym typeface="Bebas Neue"/>
            </a:endParaRPr>
          </a:p>
        </p:txBody>
      </p:sp>
      <p:sp>
        <p:nvSpPr>
          <p:cNvPr id="2" name="Rectangle 1"/>
          <p:cNvSpPr/>
          <p:nvPr/>
        </p:nvSpPr>
        <p:spPr>
          <a:xfrm>
            <a:off x="1480322" y="3612191"/>
            <a:ext cx="697627" cy="707886"/>
          </a:xfrm>
          <a:prstGeom prst="rect">
            <a:avLst/>
          </a:prstGeom>
        </p:spPr>
        <p:txBody>
          <a:bodyPr wrap="none">
            <a:spAutoFit/>
          </a:bodyPr>
          <a:lstStyle/>
          <a:p>
            <a:r>
              <a:rPr lang="en-US" sz="4000" dirty="0">
                <a:solidFill>
                  <a:schemeClr val="accent1"/>
                </a:solidFill>
              </a:rPr>
              <a:t>🏃</a:t>
            </a:r>
            <a:r>
              <a:rPr lang="en-US" dirty="0"/>
              <a:t>‍</a:t>
            </a:r>
          </a:p>
        </p:txBody>
      </p:sp>
      <p:sp>
        <p:nvSpPr>
          <p:cNvPr id="5" name="Rectangle 4"/>
          <p:cNvSpPr/>
          <p:nvPr/>
        </p:nvSpPr>
        <p:spPr>
          <a:xfrm>
            <a:off x="4349824" y="2417862"/>
            <a:ext cx="184731" cy="307777"/>
          </a:xfrm>
          <a:prstGeom prst="rect">
            <a:avLst/>
          </a:prstGeom>
        </p:spPr>
        <p:txBody>
          <a:bodyPr wrap="none">
            <a:spAutoFit/>
          </a:bodyPr>
          <a:lstStyle/>
          <a:p>
            <a:endParaRPr lang="en-US" dirty="0"/>
          </a:p>
        </p:txBody>
      </p:sp>
      <p:sp>
        <p:nvSpPr>
          <p:cNvPr id="6" name="Rectangle 5"/>
          <p:cNvSpPr/>
          <p:nvPr/>
        </p:nvSpPr>
        <p:spPr>
          <a:xfrm>
            <a:off x="5507810" y="2434548"/>
            <a:ext cx="697627" cy="707886"/>
          </a:xfrm>
          <a:prstGeom prst="rect">
            <a:avLst/>
          </a:prstGeom>
        </p:spPr>
        <p:txBody>
          <a:bodyPr wrap="none">
            <a:spAutoFit/>
          </a:bodyPr>
          <a:lstStyle/>
          <a:p>
            <a:r>
              <a:rPr lang="en-US" sz="4000" dirty="0">
                <a:solidFill>
                  <a:schemeClr val="accent1"/>
                </a:solidFill>
              </a:rPr>
              <a:t>✅</a:t>
            </a:r>
          </a:p>
        </p:txBody>
      </p:sp>
      <p:sp>
        <p:nvSpPr>
          <p:cNvPr id="7" name="Rectangle 6"/>
          <p:cNvSpPr/>
          <p:nvPr/>
        </p:nvSpPr>
        <p:spPr>
          <a:xfrm>
            <a:off x="7187803" y="3610560"/>
            <a:ext cx="697627" cy="707886"/>
          </a:xfrm>
          <a:prstGeom prst="rect">
            <a:avLst/>
          </a:prstGeom>
        </p:spPr>
        <p:txBody>
          <a:bodyPr wrap="none">
            <a:spAutoFit/>
          </a:bodyPr>
          <a:lstStyle/>
          <a:p>
            <a:r>
              <a:rPr lang="en-US" sz="4000" dirty="0">
                <a:solidFill>
                  <a:schemeClr val="accent1"/>
                </a:solidFill>
              </a:rPr>
              <a:t>🎨</a:t>
            </a:r>
          </a:p>
        </p:txBody>
      </p:sp>
      <p:sp>
        <p:nvSpPr>
          <p:cNvPr id="9" name="Rectangle 8"/>
          <p:cNvSpPr/>
          <p:nvPr/>
        </p:nvSpPr>
        <p:spPr>
          <a:xfrm>
            <a:off x="2899907" y="2532659"/>
            <a:ext cx="697627" cy="707886"/>
          </a:xfrm>
          <a:prstGeom prst="rect">
            <a:avLst/>
          </a:prstGeom>
        </p:spPr>
        <p:txBody>
          <a:bodyPr wrap="none">
            <a:spAutoFit/>
          </a:bodyPr>
          <a:lstStyle/>
          <a:p>
            <a:r>
              <a:rPr lang="en-US" sz="4000" dirty="0">
                <a:solidFill>
                  <a:schemeClr val="accent1"/>
                </a:solidFill>
              </a:rPr>
              <a:t>🔍</a:t>
            </a:r>
          </a:p>
        </p:txBody>
      </p:sp>
      <p:sp>
        <p:nvSpPr>
          <p:cNvPr id="3" name="Rectangle 2"/>
          <p:cNvSpPr/>
          <p:nvPr/>
        </p:nvSpPr>
        <p:spPr>
          <a:xfrm>
            <a:off x="4369782" y="3589561"/>
            <a:ext cx="692141" cy="707886"/>
          </a:xfrm>
          <a:prstGeom prst="rect">
            <a:avLst/>
          </a:prstGeom>
        </p:spPr>
        <p:txBody>
          <a:bodyPr wrap="square">
            <a:spAutoFit/>
          </a:bodyPr>
          <a:lstStyle/>
          <a:p>
            <a:r>
              <a:rPr lang="en-US" sz="4000" dirty="0"/>
              <a:t>🗝️</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37"/>
                                        </p:tgtEl>
                                        <p:attrNameLst>
                                          <p:attrName>style.visibility</p:attrName>
                                        </p:attrNameLst>
                                      </p:cBhvr>
                                      <p:to>
                                        <p:strVal val="visible"/>
                                      </p:to>
                                    </p:set>
                                    <p:animEffect transition="in" filter="fade">
                                      <p:cBhvr>
                                        <p:cTn id="7" dur="100"/>
                                        <p:tgtEl>
                                          <p:spTgt spid="9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51"/>
                                        </p:tgtEl>
                                        <p:attrNameLst>
                                          <p:attrName>style.visibility</p:attrName>
                                        </p:attrNameLst>
                                      </p:cBhvr>
                                      <p:to>
                                        <p:strVal val="visible"/>
                                      </p:to>
                                    </p:set>
                                    <p:animEffect transition="in" filter="fade">
                                      <p:cBhvr>
                                        <p:cTn id="10" dur="100"/>
                                        <p:tgtEl>
                                          <p:spTgt spid="95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46"/>
                                        </p:tgtEl>
                                        <p:attrNameLst>
                                          <p:attrName>style.visibility</p:attrName>
                                        </p:attrNameLst>
                                      </p:cBhvr>
                                      <p:to>
                                        <p:strVal val="visible"/>
                                      </p:to>
                                    </p:set>
                                    <p:animEffect transition="in" filter="fade">
                                      <p:cBhvr>
                                        <p:cTn id="13" dur="100"/>
                                        <p:tgtEl>
                                          <p:spTgt spid="94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1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47"/>
                                        </p:tgtEl>
                                        <p:attrNameLst>
                                          <p:attrName>style.visibility</p:attrName>
                                        </p:attrNameLst>
                                      </p:cBhvr>
                                      <p:to>
                                        <p:strVal val="visible"/>
                                      </p:to>
                                    </p:set>
                                    <p:animEffect transition="in" filter="fade">
                                      <p:cBhvr>
                                        <p:cTn id="21" dur="100"/>
                                        <p:tgtEl>
                                          <p:spTgt spid="94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1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53"/>
                                        </p:tgtEl>
                                        <p:attrNameLst>
                                          <p:attrName>style.visibility</p:attrName>
                                        </p:attrNameLst>
                                      </p:cBhvr>
                                      <p:to>
                                        <p:strVal val="visible"/>
                                      </p:to>
                                    </p:set>
                                    <p:animEffect transition="in" filter="fade">
                                      <p:cBhvr>
                                        <p:cTn id="27" dur="100"/>
                                        <p:tgtEl>
                                          <p:spTgt spid="953"/>
                                        </p:tgtEl>
                                      </p:cBhvr>
                                    </p:animEffect>
                                  </p:childTnLst>
                                </p:cTn>
                              </p:par>
                              <p:par>
                                <p:cTn id="28" presetID="10" presetClass="entr" presetSubtype="0" fill="hold" nodeType="withEffect">
                                  <p:stCondLst>
                                    <p:cond delay="0"/>
                                  </p:stCondLst>
                                  <p:childTnLst>
                                    <p:set>
                                      <p:cBhvr>
                                        <p:cTn id="29" dur="1" fill="hold">
                                          <p:stCondLst>
                                            <p:cond delay="0"/>
                                          </p:stCondLst>
                                        </p:cTn>
                                        <p:tgtEl>
                                          <p:spTgt spid="942"/>
                                        </p:tgtEl>
                                        <p:attrNameLst>
                                          <p:attrName>style.visibility</p:attrName>
                                        </p:attrNameLst>
                                      </p:cBhvr>
                                      <p:to>
                                        <p:strVal val="visible"/>
                                      </p:to>
                                    </p:set>
                                    <p:animEffect transition="in" filter="fade">
                                      <p:cBhvr>
                                        <p:cTn id="30" dur="100"/>
                                        <p:tgtEl>
                                          <p:spTgt spid="94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940"/>
                                        </p:tgtEl>
                                        <p:attrNameLst>
                                          <p:attrName>style.visibility</p:attrName>
                                        </p:attrNameLst>
                                      </p:cBhvr>
                                      <p:to>
                                        <p:strVal val="visible"/>
                                      </p:to>
                                    </p:set>
                                    <p:animEffect transition="in" filter="fade">
                                      <p:cBhvr>
                                        <p:cTn id="33" dur="100"/>
                                        <p:tgtEl>
                                          <p:spTgt spid="940"/>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948"/>
                                        </p:tgtEl>
                                        <p:attrNameLst>
                                          <p:attrName>style.visibility</p:attrName>
                                        </p:attrNameLst>
                                      </p:cBhvr>
                                      <p:to>
                                        <p:strVal val="visible"/>
                                      </p:to>
                                    </p:set>
                                    <p:animEffect transition="in" filter="fade">
                                      <p:cBhvr>
                                        <p:cTn id="38" dur="100"/>
                                        <p:tgtEl>
                                          <p:spTgt spid="948"/>
                                        </p:tgtEl>
                                      </p:cBhvr>
                                    </p:animEffect>
                                  </p:childTnLst>
                                </p:cTn>
                              </p:par>
                              <p:par>
                                <p:cTn id="39" presetID="10" presetClass="entr" presetSubtype="0" fill="hold" nodeType="withEffect">
                                  <p:stCondLst>
                                    <p:cond delay="0"/>
                                  </p:stCondLst>
                                  <p:childTnLst>
                                    <p:set>
                                      <p:cBhvr>
                                        <p:cTn id="40" dur="1" fill="hold">
                                          <p:stCondLst>
                                            <p:cond delay="0"/>
                                          </p:stCondLst>
                                        </p:cTn>
                                        <p:tgtEl>
                                          <p:spTgt spid="943"/>
                                        </p:tgtEl>
                                        <p:attrNameLst>
                                          <p:attrName>style.visibility</p:attrName>
                                        </p:attrNameLst>
                                      </p:cBhvr>
                                      <p:to>
                                        <p:strVal val="visible"/>
                                      </p:to>
                                    </p:set>
                                    <p:animEffect transition="in" filter="fade">
                                      <p:cBhvr>
                                        <p:cTn id="41" dur="100"/>
                                        <p:tgtEl>
                                          <p:spTgt spid="94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938"/>
                                        </p:tgtEl>
                                        <p:attrNameLst>
                                          <p:attrName>style.visibility</p:attrName>
                                        </p:attrNameLst>
                                      </p:cBhvr>
                                      <p:to>
                                        <p:strVal val="visible"/>
                                      </p:to>
                                    </p:set>
                                    <p:animEffect transition="in" filter="fade">
                                      <p:cBhvr>
                                        <p:cTn id="44" dur="100"/>
                                        <p:tgtEl>
                                          <p:spTgt spid="93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955"/>
                                        </p:tgtEl>
                                        <p:attrNameLst>
                                          <p:attrName>style.visibility</p:attrName>
                                        </p:attrNameLst>
                                      </p:cBhvr>
                                      <p:to>
                                        <p:strVal val="visible"/>
                                      </p:to>
                                    </p:set>
                                    <p:animEffect transition="in" filter="fade">
                                      <p:cBhvr>
                                        <p:cTn id="47" dur="100"/>
                                        <p:tgtEl>
                                          <p:spTgt spid="95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
                                        </p:tgtEl>
                                        <p:attrNameLst>
                                          <p:attrName>style.visibility</p:attrName>
                                        </p:attrNameLst>
                                      </p:cBhvr>
                                      <p:to>
                                        <p:strVal val="visible"/>
                                      </p:to>
                                    </p:set>
                                    <p:animEffect transition="in" filter="fade">
                                      <p:cBhvr>
                                        <p:cTn id="50" dur="100"/>
                                        <p:tgtEl>
                                          <p:spTgt spid="3"/>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6"/>
                                        </p:tgtEl>
                                        <p:attrNameLst>
                                          <p:attrName>style.visibility</p:attrName>
                                        </p:attrNameLst>
                                      </p:cBhvr>
                                      <p:to>
                                        <p:strVal val="visible"/>
                                      </p:to>
                                    </p:set>
                                    <p:animEffect transition="in" filter="fade">
                                      <p:cBhvr>
                                        <p:cTn id="55" dur="100"/>
                                        <p:tgtEl>
                                          <p:spTgt spid="6"/>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949"/>
                                        </p:tgtEl>
                                        <p:attrNameLst>
                                          <p:attrName>style.visibility</p:attrName>
                                        </p:attrNameLst>
                                      </p:cBhvr>
                                      <p:to>
                                        <p:strVal val="visible"/>
                                      </p:to>
                                    </p:set>
                                    <p:animEffect transition="in" filter="fade">
                                      <p:cBhvr>
                                        <p:cTn id="58" dur="100"/>
                                        <p:tgtEl>
                                          <p:spTgt spid="949"/>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941"/>
                                        </p:tgtEl>
                                        <p:attrNameLst>
                                          <p:attrName>style.visibility</p:attrName>
                                        </p:attrNameLst>
                                      </p:cBhvr>
                                      <p:to>
                                        <p:strVal val="visible"/>
                                      </p:to>
                                    </p:set>
                                    <p:animEffect transition="in" filter="fade">
                                      <p:cBhvr>
                                        <p:cTn id="61" dur="100"/>
                                        <p:tgtEl>
                                          <p:spTgt spid="941"/>
                                        </p:tgtEl>
                                      </p:cBhvr>
                                    </p:animEffect>
                                  </p:childTnLst>
                                </p:cTn>
                              </p:par>
                              <p:par>
                                <p:cTn id="62" presetID="10" presetClass="entr" presetSubtype="0" fill="hold" nodeType="withEffect">
                                  <p:stCondLst>
                                    <p:cond delay="0"/>
                                  </p:stCondLst>
                                  <p:childTnLst>
                                    <p:set>
                                      <p:cBhvr>
                                        <p:cTn id="63" dur="1" fill="hold">
                                          <p:stCondLst>
                                            <p:cond delay="0"/>
                                          </p:stCondLst>
                                        </p:cTn>
                                        <p:tgtEl>
                                          <p:spTgt spid="944"/>
                                        </p:tgtEl>
                                        <p:attrNameLst>
                                          <p:attrName>style.visibility</p:attrName>
                                        </p:attrNameLst>
                                      </p:cBhvr>
                                      <p:to>
                                        <p:strVal val="visible"/>
                                      </p:to>
                                    </p:set>
                                    <p:animEffect transition="in" filter="fade">
                                      <p:cBhvr>
                                        <p:cTn id="64" dur="100"/>
                                        <p:tgtEl>
                                          <p:spTgt spid="94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957"/>
                                        </p:tgtEl>
                                        <p:attrNameLst>
                                          <p:attrName>style.visibility</p:attrName>
                                        </p:attrNameLst>
                                      </p:cBhvr>
                                      <p:to>
                                        <p:strVal val="visible"/>
                                      </p:to>
                                    </p:set>
                                    <p:animEffect transition="in" filter="fade">
                                      <p:cBhvr>
                                        <p:cTn id="67" dur="100"/>
                                        <p:tgtEl>
                                          <p:spTgt spid="957"/>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945"/>
                                        </p:tgtEl>
                                        <p:attrNameLst>
                                          <p:attrName>style.visibility</p:attrName>
                                        </p:attrNameLst>
                                      </p:cBhvr>
                                      <p:to>
                                        <p:strVal val="visible"/>
                                      </p:to>
                                    </p:set>
                                    <p:animEffect transition="in" filter="fade">
                                      <p:cBhvr>
                                        <p:cTn id="72" dur="100"/>
                                        <p:tgtEl>
                                          <p:spTgt spid="945"/>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939"/>
                                        </p:tgtEl>
                                        <p:attrNameLst>
                                          <p:attrName>style.visibility</p:attrName>
                                        </p:attrNameLst>
                                      </p:cBhvr>
                                      <p:to>
                                        <p:strVal val="visible"/>
                                      </p:to>
                                    </p:set>
                                    <p:animEffect transition="in" filter="fade">
                                      <p:cBhvr>
                                        <p:cTn id="75" dur="100"/>
                                        <p:tgtEl>
                                          <p:spTgt spid="939"/>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950"/>
                                        </p:tgtEl>
                                        <p:attrNameLst>
                                          <p:attrName>style.visibility</p:attrName>
                                        </p:attrNameLst>
                                      </p:cBhvr>
                                      <p:to>
                                        <p:strVal val="visible"/>
                                      </p:to>
                                    </p:set>
                                    <p:animEffect transition="in" filter="fade">
                                      <p:cBhvr>
                                        <p:cTn id="78" dur="100"/>
                                        <p:tgtEl>
                                          <p:spTgt spid="950"/>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7"/>
                                        </p:tgtEl>
                                        <p:attrNameLst>
                                          <p:attrName>style.visibility</p:attrName>
                                        </p:attrNameLst>
                                      </p:cBhvr>
                                      <p:to>
                                        <p:strVal val="visible"/>
                                      </p:to>
                                    </p:set>
                                    <p:animEffect transition="in" filter="fade">
                                      <p:cBhvr>
                                        <p:cTn id="81" dur="100"/>
                                        <p:tgtEl>
                                          <p:spTgt spid="7"/>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959"/>
                                        </p:tgtEl>
                                        <p:attrNameLst>
                                          <p:attrName>style.visibility</p:attrName>
                                        </p:attrNameLst>
                                      </p:cBhvr>
                                      <p:to>
                                        <p:strVal val="visible"/>
                                      </p:to>
                                    </p:set>
                                    <p:animEffect transition="in" filter="fade">
                                      <p:cBhvr>
                                        <p:cTn id="84" dur="100"/>
                                        <p:tgtEl>
                                          <p:spTgt spid="9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7" grpId="0" animBg="1"/>
      <p:bldP spid="938" grpId="0" animBg="1"/>
      <p:bldP spid="939" grpId="0" animBg="1"/>
      <p:bldP spid="940" grpId="0" animBg="1"/>
      <p:bldP spid="941" grpId="0" animBg="1"/>
      <p:bldP spid="946" grpId="0" animBg="1"/>
      <p:bldP spid="947" grpId="0" animBg="1"/>
      <p:bldP spid="948" grpId="0" animBg="1"/>
      <p:bldP spid="949" grpId="0" animBg="1"/>
      <p:bldP spid="950" grpId="0" animBg="1"/>
      <p:bldP spid="951" grpId="0"/>
      <p:bldP spid="953" grpId="0"/>
      <p:bldP spid="955" grpId="0"/>
      <p:bldP spid="957" grpId="0"/>
      <p:bldP spid="959" grpId="0"/>
      <p:bldP spid="2" grpId="0"/>
      <p:bldP spid="6" grpId="0"/>
      <p:bldP spid="7" grpId="0"/>
      <p:bldP spid="9" grpId="0"/>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sp>
        <p:nvSpPr>
          <p:cNvPr id="834" name="Google Shape;834;p53"/>
          <p:cNvSpPr/>
          <p:nvPr/>
        </p:nvSpPr>
        <p:spPr>
          <a:xfrm>
            <a:off x="2080775" y="535000"/>
            <a:ext cx="6261600" cy="4597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53"/>
          <p:cNvSpPr/>
          <p:nvPr/>
        </p:nvSpPr>
        <p:spPr>
          <a:xfrm>
            <a:off x="2415175" y="832048"/>
            <a:ext cx="5580000" cy="4311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53"/>
          <p:cNvSpPr txBox="1">
            <a:spLocks noGrp="1"/>
          </p:cNvSpPr>
          <p:nvPr>
            <p:ph type="title"/>
          </p:nvPr>
        </p:nvSpPr>
        <p:spPr>
          <a:xfrm>
            <a:off x="2739225" y="2190975"/>
            <a:ext cx="4944900" cy="1465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latin typeface="UTM Andrea" panose="02040603050506020204" pitchFamily="18" charset="0"/>
              </a:rPr>
              <a:t>Thiết kế </a:t>
            </a:r>
            <a:br>
              <a:rPr lang="en" dirty="0">
                <a:latin typeface="UTM Andrea" panose="02040603050506020204" pitchFamily="18" charset="0"/>
              </a:rPr>
            </a:br>
            <a:r>
              <a:rPr lang="en" dirty="0">
                <a:latin typeface="UTM Andrea" panose="02040603050506020204" pitchFamily="18" charset="0"/>
              </a:rPr>
              <a:t>hệ thống</a:t>
            </a:r>
            <a:endParaRPr dirty="0">
              <a:latin typeface="UTM Andrea" panose="02040603050506020204" pitchFamily="18" charset="0"/>
            </a:endParaRPr>
          </a:p>
        </p:txBody>
      </p:sp>
      <p:sp>
        <p:nvSpPr>
          <p:cNvPr id="837" name="Google Shape;837;p53"/>
          <p:cNvSpPr txBox="1">
            <a:spLocks noGrp="1"/>
          </p:cNvSpPr>
          <p:nvPr>
            <p:ph type="title" idx="2"/>
          </p:nvPr>
        </p:nvSpPr>
        <p:spPr>
          <a:xfrm>
            <a:off x="2736775" y="1349167"/>
            <a:ext cx="18828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latin typeface="UTM Andrea" panose="02040603050506020204" pitchFamily="18" charset="0"/>
              </a:rPr>
              <a:t>03.</a:t>
            </a:r>
            <a:endParaRPr dirty="0">
              <a:latin typeface="UTM Andrea" panose="02040603050506020204" pitchFamily="18" charset="0"/>
            </a:endParaRPr>
          </a:p>
        </p:txBody>
      </p:sp>
      <p:cxnSp>
        <p:nvCxnSpPr>
          <p:cNvPr id="839" name="Google Shape;839;p53"/>
          <p:cNvCxnSpPr/>
          <p:nvPr/>
        </p:nvCxnSpPr>
        <p:spPr>
          <a:xfrm rot="10800000" flipH="1">
            <a:off x="2828575" y="4400742"/>
            <a:ext cx="5494200" cy="16500"/>
          </a:xfrm>
          <a:prstGeom prst="straightConnector1">
            <a:avLst/>
          </a:prstGeom>
          <a:noFill/>
          <a:ln w="19050" cap="flat" cmpd="sng">
            <a:solidFill>
              <a:schemeClr val="dk1"/>
            </a:solidFill>
            <a:prstDash val="solid"/>
            <a:round/>
            <a:headEnd type="none" w="med" len="med"/>
            <a:tailEnd type="none" w="med" len="med"/>
          </a:ln>
        </p:spPr>
      </p:cxnSp>
      <p:grpSp>
        <p:nvGrpSpPr>
          <p:cNvPr id="840" name="Google Shape;840;p53"/>
          <p:cNvGrpSpPr/>
          <p:nvPr/>
        </p:nvGrpSpPr>
        <p:grpSpPr>
          <a:xfrm rot="-5400000">
            <a:off x="7593664" y="1799657"/>
            <a:ext cx="772605" cy="196301"/>
            <a:chOff x="2641350" y="846250"/>
            <a:chExt cx="413600" cy="105075"/>
          </a:xfrm>
        </p:grpSpPr>
        <p:sp>
          <p:nvSpPr>
            <p:cNvPr id="841" name="Google Shape;841;p53"/>
            <p:cNvSpPr/>
            <p:nvPr/>
          </p:nvSpPr>
          <p:spPr>
            <a:xfrm>
              <a:off x="2991475" y="846250"/>
              <a:ext cx="63475" cy="105075"/>
            </a:xfrm>
            <a:custGeom>
              <a:avLst/>
              <a:gdLst/>
              <a:ahLst/>
              <a:cxnLst/>
              <a:rect l="l" t="t" r="r" b="b"/>
              <a:pathLst>
                <a:path w="2539" h="4203" extrusionOk="0">
                  <a:moveTo>
                    <a:pt x="2092" y="1"/>
                  </a:moveTo>
                  <a:lnTo>
                    <a:pt x="1" y="2111"/>
                  </a:lnTo>
                  <a:lnTo>
                    <a:pt x="2092" y="4202"/>
                  </a:lnTo>
                  <a:lnTo>
                    <a:pt x="2538" y="3756"/>
                  </a:lnTo>
                  <a:lnTo>
                    <a:pt x="874" y="2111"/>
                  </a:lnTo>
                  <a:lnTo>
                    <a:pt x="2538" y="447"/>
                  </a:lnTo>
                  <a:lnTo>
                    <a:pt x="209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53"/>
            <p:cNvSpPr/>
            <p:nvPr/>
          </p:nvSpPr>
          <p:spPr>
            <a:xfrm>
              <a:off x="2874775" y="846250"/>
              <a:ext cx="63450" cy="105075"/>
            </a:xfrm>
            <a:custGeom>
              <a:avLst/>
              <a:gdLst/>
              <a:ahLst/>
              <a:cxnLst/>
              <a:rect l="l" t="t" r="r" b="b"/>
              <a:pathLst>
                <a:path w="2538" h="4203" extrusionOk="0">
                  <a:moveTo>
                    <a:pt x="2091" y="1"/>
                  </a:moveTo>
                  <a:lnTo>
                    <a:pt x="0" y="2111"/>
                  </a:lnTo>
                  <a:lnTo>
                    <a:pt x="2091" y="4202"/>
                  </a:lnTo>
                  <a:lnTo>
                    <a:pt x="2538" y="3756"/>
                  </a:lnTo>
                  <a:lnTo>
                    <a:pt x="894" y="2111"/>
                  </a:lnTo>
                  <a:lnTo>
                    <a:pt x="2538" y="447"/>
                  </a:lnTo>
                  <a:lnTo>
                    <a:pt x="20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53"/>
            <p:cNvSpPr/>
            <p:nvPr/>
          </p:nvSpPr>
          <p:spPr>
            <a:xfrm>
              <a:off x="2758075" y="846250"/>
              <a:ext cx="63450" cy="105075"/>
            </a:xfrm>
            <a:custGeom>
              <a:avLst/>
              <a:gdLst/>
              <a:ahLst/>
              <a:cxnLst/>
              <a:rect l="l" t="t" r="r" b="b"/>
              <a:pathLst>
                <a:path w="2538" h="4203" extrusionOk="0">
                  <a:moveTo>
                    <a:pt x="2111" y="1"/>
                  </a:moveTo>
                  <a:lnTo>
                    <a:pt x="0" y="2111"/>
                  </a:lnTo>
                  <a:lnTo>
                    <a:pt x="2111" y="4202"/>
                  </a:lnTo>
                  <a:lnTo>
                    <a:pt x="2537" y="3756"/>
                  </a:lnTo>
                  <a:lnTo>
                    <a:pt x="893" y="2111"/>
                  </a:lnTo>
                  <a:lnTo>
                    <a:pt x="2537" y="447"/>
                  </a:lnTo>
                  <a:lnTo>
                    <a:pt x="21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53"/>
            <p:cNvSpPr/>
            <p:nvPr/>
          </p:nvSpPr>
          <p:spPr>
            <a:xfrm>
              <a:off x="2641350" y="846250"/>
              <a:ext cx="63975" cy="105075"/>
            </a:xfrm>
            <a:custGeom>
              <a:avLst/>
              <a:gdLst/>
              <a:ahLst/>
              <a:cxnLst/>
              <a:rect l="l" t="t" r="r" b="b"/>
              <a:pathLst>
                <a:path w="2559" h="4203" extrusionOk="0">
                  <a:moveTo>
                    <a:pt x="2112" y="1"/>
                  </a:moveTo>
                  <a:lnTo>
                    <a:pt x="1" y="2111"/>
                  </a:lnTo>
                  <a:lnTo>
                    <a:pt x="2112" y="4202"/>
                  </a:lnTo>
                  <a:lnTo>
                    <a:pt x="2558" y="3756"/>
                  </a:lnTo>
                  <a:lnTo>
                    <a:pt x="894" y="2111"/>
                  </a:lnTo>
                  <a:lnTo>
                    <a:pt x="2558" y="447"/>
                  </a:lnTo>
                  <a:lnTo>
                    <a:pt x="21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5" name="Google Shape;845;p53"/>
          <p:cNvGrpSpPr/>
          <p:nvPr/>
        </p:nvGrpSpPr>
        <p:grpSpPr>
          <a:xfrm rot="5400000">
            <a:off x="-847462" y="1804154"/>
            <a:ext cx="3397850" cy="187275"/>
            <a:chOff x="-3237675" y="-1132050"/>
            <a:chExt cx="3397850" cy="187275"/>
          </a:xfrm>
        </p:grpSpPr>
        <p:sp>
          <p:nvSpPr>
            <p:cNvPr id="846" name="Google Shape;846;p53"/>
            <p:cNvSpPr/>
            <p:nvPr/>
          </p:nvSpPr>
          <p:spPr>
            <a:xfrm>
              <a:off x="-378750" y="-1132050"/>
              <a:ext cx="130425" cy="187275"/>
            </a:xfrm>
            <a:custGeom>
              <a:avLst/>
              <a:gdLst/>
              <a:ahLst/>
              <a:cxnLst/>
              <a:rect l="l" t="t" r="r" b="b"/>
              <a:pathLst>
                <a:path w="5217" h="7491" extrusionOk="0">
                  <a:moveTo>
                    <a:pt x="4040" y="0"/>
                  </a:moveTo>
                  <a:lnTo>
                    <a:pt x="0" y="6800"/>
                  </a:lnTo>
                  <a:lnTo>
                    <a:pt x="1157" y="7490"/>
                  </a:lnTo>
                  <a:lnTo>
                    <a:pt x="5217" y="690"/>
                  </a:lnTo>
                  <a:lnTo>
                    <a:pt x="40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53"/>
            <p:cNvSpPr/>
            <p:nvPr/>
          </p:nvSpPr>
          <p:spPr>
            <a:xfrm>
              <a:off x="29725" y="-1132050"/>
              <a:ext cx="130450" cy="187275"/>
            </a:xfrm>
            <a:custGeom>
              <a:avLst/>
              <a:gdLst/>
              <a:ahLst/>
              <a:cxnLst/>
              <a:rect l="l" t="t" r="r" b="b"/>
              <a:pathLst>
                <a:path w="5218" h="7491" extrusionOk="0">
                  <a:moveTo>
                    <a:pt x="4040" y="0"/>
                  </a:moveTo>
                  <a:lnTo>
                    <a:pt x="1" y="6800"/>
                  </a:lnTo>
                  <a:lnTo>
                    <a:pt x="1158" y="7490"/>
                  </a:lnTo>
                  <a:lnTo>
                    <a:pt x="5217" y="690"/>
                  </a:lnTo>
                  <a:lnTo>
                    <a:pt x="40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53"/>
            <p:cNvSpPr/>
            <p:nvPr/>
          </p:nvSpPr>
          <p:spPr>
            <a:xfrm>
              <a:off x="-787250" y="-1132050"/>
              <a:ext cx="130450" cy="187275"/>
            </a:xfrm>
            <a:custGeom>
              <a:avLst/>
              <a:gdLst/>
              <a:ahLst/>
              <a:cxnLst/>
              <a:rect l="l" t="t" r="r" b="b"/>
              <a:pathLst>
                <a:path w="5218" h="7491" extrusionOk="0">
                  <a:moveTo>
                    <a:pt x="4040" y="0"/>
                  </a:moveTo>
                  <a:lnTo>
                    <a:pt x="1" y="6800"/>
                  </a:lnTo>
                  <a:lnTo>
                    <a:pt x="1158" y="7490"/>
                  </a:lnTo>
                  <a:lnTo>
                    <a:pt x="5217" y="690"/>
                  </a:lnTo>
                  <a:lnTo>
                    <a:pt x="40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53"/>
            <p:cNvSpPr/>
            <p:nvPr/>
          </p:nvSpPr>
          <p:spPr>
            <a:xfrm>
              <a:off x="-1195725" y="-1132050"/>
              <a:ext cx="130425" cy="187275"/>
            </a:xfrm>
            <a:custGeom>
              <a:avLst/>
              <a:gdLst/>
              <a:ahLst/>
              <a:cxnLst/>
              <a:rect l="l" t="t" r="r" b="b"/>
              <a:pathLst>
                <a:path w="5217" h="7491" extrusionOk="0">
                  <a:moveTo>
                    <a:pt x="4060" y="0"/>
                  </a:moveTo>
                  <a:lnTo>
                    <a:pt x="0" y="6800"/>
                  </a:lnTo>
                  <a:lnTo>
                    <a:pt x="1157" y="7490"/>
                  </a:lnTo>
                  <a:lnTo>
                    <a:pt x="5217" y="690"/>
                  </a:lnTo>
                  <a:lnTo>
                    <a:pt x="4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53"/>
            <p:cNvSpPr/>
            <p:nvPr/>
          </p:nvSpPr>
          <p:spPr>
            <a:xfrm>
              <a:off x="-1604225" y="-1132050"/>
              <a:ext cx="130450" cy="187275"/>
            </a:xfrm>
            <a:custGeom>
              <a:avLst/>
              <a:gdLst/>
              <a:ahLst/>
              <a:cxnLst/>
              <a:rect l="l" t="t" r="r" b="b"/>
              <a:pathLst>
                <a:path w="5218" h="7491" extrusionOk="0">
                  <a:moveTo>
                    <a:pt x="4060" y="0"/>
                  </a:moveTo>
                  <a:lnTo>
                    <a:pt x="1" y="6800"/>
                  </a:lnTo>
                  <a:lnTo>
                    <a:pt x="1158" y="7490"/>
                  </a:lnTo>
                  <a:lnTo>
                    <a:pt x="5217" y="690"/>
                  </a:lnTo>
                  <a:lnTo>
                    <a:pt x="4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53"/>
            <p:cNvSpPr/>
            <p:nvPr/>
          </p:nvSpPr>
          <p:spPr>
            <a:xfrm>
              <a:off x="-2012725" y="-1132050"/>
              <a:ext cx="130450" cy="187275"/>
            </a:xfrm>
            <a:custGeom>
              <a:avLst/>
              <a:gdLst/>
              <a:ahLst/>
              <a:cxnLst/>
              <a:rect l="l" t="t" r="r" b="b"/>
              <a:pathLst>
                <a:path w="5218" h="7491" extrusionOk="0">
                  <a:moveTo>
                    <a:pt x="4060" y="0"/>
                  </a:moveTo>
                  <a:lnTo>
                    <a:pt x="1" y="6800"/>
                  </a:lnTo>
                  <a:lnTo>
                    <a:pt x="1178" y="7490"/>
                  </a:lnTo>
                  <a:lnTo>
                    <a:pt x="5217" y="690"/>
                  </a:lnTo>
                  <a:lnTo>
                    <a:pt x="4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53"/>
            <p:cNvSpPr/>
            <p:nvPr/>
          </p:nvSpPr>
          <p:spPr>
            <a:xfrm>
              <a:off x="-2421200" y="-1132050"/>
              <a:ext cx="130425" cy="187275"/>
            </a:xfrm>
            <a:custGeom>
              <a:avLst/>
              <a:gdLst/>
              <a:ahLst/>
              <a:cxnLst/>
              <a:rect l="l" t="t" r="r" b="b"/>
              <a:pathLst>
                <a:path w="5217" h="7491" extrusionOk="0">
                  <a:moveTo>
                    <a:pt x="4060" y="0"/>
                  </a:moveTo>
                  <a:lnTo>
                    <a:pt x="0" y="6800"/>
                  </a:lnTo>
                  <a:lnTo>
                    <a:pt x="1178" y="7490"/>
                  </a:lnTo>
                  <a:lnTo>
                    <a:pt x="5217" y="690"/>
                  </a:lnTo>
                  <a:lnTo>
                    <a:pt x="4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53"/>
            <p:cNvSpPr/>
            <p:nvPr/>
          </p:nvSpPr>
          <p:spPr>
            <a:xfrm>
              <a:off x="-2829175" y="-1132050"/>
              <a:ext cx="129925" cy="187275"/>
            </a:xfrm>
            <a:custGeom>
              <a:avLst/>
              <a:gdLst/>
              <a:ahLst/>
              <a:cxnLst/>
              <a:rect l="l" t="t" r="r" b="b"/>
              <a:pathLst>
                <a:path w="5197" h="7491" extrusionOk="0">
                  <a:moveTo>
                    <a:pt x="4039" y="0"/>
                  </a:moveTo>
                  <a:lnTo>
                    <a:pt x="0" y="6800"/>
                  </a:lnTo>
                  <a:lnTo>
                    <a:pt x="1157" y="7490"/>
                  </a:lnTo>
                  <a:lnTo>
                    <a:pt x="5196" y="690"/>
                  </a:lnTo>
                  <a:lnTo>
                    <a:pt x="403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53"/>
            <p:cNvSpPr/>
            <p:nvPr/>
          </p:nvSpPr>
          <p:spPr>
            <a:xfrm>
              <a:off x="-3237675" y="-1132050"/>
              <a:ext cx="129925" cy="187275"/>
            </a:xfrm>
            <a:custGeom>
              <a:avLst/>
              <a:gdLst/>
              <a:ahLst/>
              <a:cxnLst/>
              <a:rect l="l" t="t" r="r" b="b"/>
              <a:pathLst>
                <a:path w="5197" h="7491" extrusionOk="0">
                  <a:moveTo>
                    <a:pt x="4040" y="0"/>
                  </a:moveTo>
                  <a:lnTo>
                    <a:pt x="0" y="6800"/>
                  </a:lnTo>
                  <a:lnTo>
                    <a:pt x="1157" y="7490"/>
                  </a:lnTo>
                  <a:lnTo>
                    <a:pt x="5197" y="690"/>
                  </a:lnTo>
                  <a:lnTo>
                    <a:pt x="40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855" name="Google Shape;855;p53"/>
          <p:cNvCxnSpPr/>
          <p:nvPr/>
        </p:nvCxnSpPr>
        <p:spPr>
          <a:xfrm rot="10800000">
            <a:off x="524900" y="-25"/>
            <a:ext cx="0" cy="3633600"/>
          </a:xfrm>
          <a:prstGeom prst="straightConnector1">
            <a:avLst/>
          </a:prstGeom>
          <a:noFill/>
          <a:ln w="19050" cap="flat" cmpd="sng">
            <a:solidFill>
              <a:schemeClr val="lt1"/>
            </a:solidFill>
            <a:prstDash val="solid"/>
            <a:round/>
            <a:headEnd type="none" w="med" len="med"/>
            <a:tailEnd type="none" w="med" len="med"/>
          </a:ln>
        </p:spPr>
      </p:cxnSp>
      <p:sp>
        <p:nvSpPr>
          <p:cNvPr id="833" name="Google Shape;833;p53"/>
          <p:cNvSpPr/>
          <p:nvPr/>
        </p:nvSpPr>
        <p:spPr>
          <a:xfrm>
            <a:off x="2409175" y="1192571"/>
            <a:ext cx="998400" cy="998400"/>
          </a:xfrm>
          <a:prstGeom prst="ellipse">
            <a:avLst/>
          </a:prstGeom>
          <a:solidFill>
            <a:schemeClr val="hlink">
              <a:alpha val="383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17" name="Google Shape;483;p43"/>
          <p:cNvSpPr/>
          <p:nvPr/>
        </p:nvSpPr>
        <p:spPr>
          <a:xfrm>
            <a:off x="5218697" y="1013987"/>
            <a:ext cx="3508844" cy="3123447"/>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43"/>
          <p:cNvSpPr/>
          <p:nvPr/>
        </p:nvSpPr>
        <p:spPr>
          <a:xfrm>
            <a:off x="715100" y="535000"/>
            <a:ext cx="4107600" cy="4073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43"/>
          <p:cNvSpPr txBox="1">
            <a:spLocks noGrp="1"/>
          </p:cNvSpPr>
          <p:nvPr>
            <p:ph type="title"/>
          </p:nvPr>
        </p:nvSpPr>
        <p:spPr>
          <a:xfrm>
            <a:off x="896000" y="1424283"/>
            <a:ext cx="36759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err="1">
                <a:latin typeface="UTM Andrea" panose="02040603050506020204" pitchFamily="18" charset="0"/>
              </a:rPr>
              <a:t>Kiến</a:t>
            </a:r>
            <a:r>
              <a:rPr lang="en-US" dirty="0">
                <a:latin typeface="UTM Andrea" panose="02040603050506020204" pitchFamily="18" charset="0"/>
              </a:rPr>
              <a:t> </a:t>
            </a:r>
            <a:r>
              <a:rPr lang="en-US" dirty="0" err="1">
                <a:latin typeface="UTM Andrea" panose="02040603050506020204" pitchFamily="18" charset="0"/>
              </a:rPr>
              <a:t>trúc</a:t>
            </a:r>
            <a:r>
              <a:rPr lang="en-US" dirty="0">
                <a:latin typeface="UTM Andrea" panose="02040603050506020204" pitchFamily="18" charset="0"/>
              </a:rPr>
              <a:t> </a:t>
            </a:r>
            <a:r>
              <a:rPr lang="en-US" dirty="0" err="1">
                <a:latin typeface="UTM Andrea" panose="02040603050506020204" pitchFamily="18" charset="0"/>
              </a:rPr>
              <a:t>phần</a:t>
            </a:r>
            <a:r>
              <a:rPr lang="en-US" dirty="0">
                <a:latin typeface="UTM Andrea" panose="02040603050506020204" pitchFamily="18" charset="0"/>
              </a:rPr>
              <a:t> </a:t>
            </a:r>
            <a:r>
              <a:rPr lang="en-US" dirty="0" err="1">
                <a:latin typeface="UTM Andrea" panose="02040603050506020204" pitchFamily="18" charset="0"/>
              </a:rPr>
              <a:t>mềm</a:t>
            </a:r>
            <a:endParaRPr dirty="0">
              <a:latin typeface="UTM Andrea" panose="02040603050506020204" pitchFamily="18" charset="0"/>
            </a:endParaRPr>
          </a:p>
        </p:txBody>
      </p:sp>
      <p:grpSp>
        <p:nvGrpSpPr>
          <p:cNvPr id="485" name="Google Shape;485;p43"/>
          <p:cNvGrpSpPr/>
          <p:nvPr/>
        </p:nvGrpSpPr>
        <p:grpSpPr>
          <a:xfrm rot="10800000">
            <a:off x="-364665" y="4455169"/>
            <a:ext cx="2159530" cy="548628"/>
            <a:chOff x="2641350" y="846250"/>
            <a:chExt cx="413600" cy="105075"/>
          </a:xfrm>
        </p:grpSpPr>
        <p:sp>
          <p:nvSpPr>
            <p:cNvPr id="486" name="Google Shape;486;p43"/>
            <p:cNvSpPr/>
            <p:nvPr/>
          </p:nvSpPr>
          <p:spPr>
            <a:xfrm>
              <a:off x="2991475" y="846250"/>
              <a:ext cx="63475" cy="105075"/>
            </a:xfrm>
            <a:custGeom>
              <a:avLst/>
              <a:gdLst/>
              <a:ahLst/>
              <a:cxnLst/>
              <a:rect l="l" t="t" r="r" b="b"/>
              <a:pathLst>
                <a:path w="2539" h="4203" extrusionOk="0">
                  <a:moveTo>
                    <a:pt x="2092" y="1"/>
                  </a:moveTo>
                  <a:lnTo>
                    <a:pt x="1" y="2111"/>
                  </a:lnTo>
                  <a:lnTo>
                    <a:pt x="2092" y="4202"/>
                  </a:lnTo>
                  <a:lnTo>
                    <a:pt x="2538" y="3756"/>
                  </a:lnTo>
                  <a:lnTo>
                    <a:pt x="874" y="2111"/>
                  </a:lnTo>
                  <a:lnTo>
                    <a:pt x="2538" y="447"/>
                  </a:lnTo>
                  <a:lnTo>
                    <a:pt x="209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43"/>
            <p:cNvSpPr/>
            <p:nvPr/>
          </p:nvSpPr>
          <p:spPr>
            <a:xfrm>
              <a:off x="2874775" y="846250"/>
              <a:ext cx="63450" cy="105075"/>
            </a:xfrm>
            <a:custGeom>
              <a:avLst/>
              <a:gdLst/>
              <a:ahLst/>
              <a:cxnLst/>
              <a:rect l="l" t="t" r="r" b="b"/>
              <a:pathLst>
                <a:path w="2538" h="4203" extrusionOk="0">
                  <a:moveTo>
                    <a:pt x="2091" y="1"/>
                  </a:moveTo>
                  <a:lnTo>
                    <a:pt x="0" y="2111"/>
                  </a:lnTo>
                  <a:lnTo>
                    <a:pt x="2091" y="4202"/>
                  </a:lnTo>
                  <a:lnTo>
                    <a:pt x="2538" y="3756"/>
                  </a:lnTo>
                  <a:lnTo>
                    <a:pt x="894" y="2111"/>
                  </a:lnTo>
                  <a:lnTo>
                    <a:pt x="2538" y="447"/>
                  </a:lnTo>
                  <a:lnTo>
                    <a:pt x="20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43"/>
            <p:cNvSpPr/>
            <p:nvPr/>
          </p:nvSpPr>
          <p:spPr>
            <a:xfrm>
              <a:off x="2758075" y="846250"/>
              <a:ext cx="63450" cy="105075"/>
            </a:xfrm>
            <a:custGeom>
              <a:avLst/>
              <a:gdLst/>
              <a:ahLst/>
              <a:cxnLst/>
              <a:rect l="l" t="t" r="r" b="b"/>
              <a:pathLst>
                <a:path w="2538" h="4203" extrusionOk="0">
                  <a:moveTo>
                    <a:pt x="2111" y="1"/>
                  </a:moveTo>
                  <a:lnTo>
                    <a:pt x="0" y="2111"/>
                  </a:lnTo>
                  <a:lnTo>
                    <a:pt x="2111" y="4202"/>
                  </a:lnTo>
                  <a:lnTo>
                    <a:pt x="2537" y="3756"/>
                  </a:lnTo>
                  <a:lnTo>
                    <a:pt x="893" y="2111"/>
                  </a:lnTo>
                  <a:lnTo>
                    <a:pt x="2537" y="447"/>
                  </a:lnTo>
                  <a:lnTo>
                    <a:pt x="21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43"/>
            <p:cNvSpPr/>
            <p:nvPr/>
          </p:nvSpPr>
          <p:spPr>
            <a:xfrm>
              <a:off x="2641350" y="846250"/>
              <a:ext cx="63975" cy="105075"/>
            </a:xfrm>
            <a:custGeom>
              <a:avLst/>
              <a:gdLst/>
              <a:ahLst/>
              <a:cxnLst/>
              <a:rect l="l" t="t" r="r" b="b"/>
              <a:pathLst>
                <a:path w="2559" h="4203" extrusionOk="0">
                  <a:moveTo>
                    <a:pt x="2112" y="1"/>
                  </a:moveTo>
                  <a:lnTo>
                    <a:pt x="1" y="2111"/>
                  </a:lnTo>
                  <a:lnTo>
                    <a:pt x="2112" y="4202"/>
                  </a:lnTo>
                  <a:lnTo>
                    <a:pt x="2558" y="3756"/>
                  </a:lnTo>
                  <a:lnTo>
                    <a:pt x="894" y="2111"/>
                  </a:lnTo>
                  <a:lnTo>
                    <a:pt x="2558" y="447"/>
                  </a:lnTo>
                  <a:lnTo>
                    <a:pt x="21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0" name="Google Shape;490;p43"/>
          <p:cNvSpPr/>
          <p:nvPr/>
        </p:nvSpPr>
        <p:spPr>
          <a:xfrm>
            <a:off x="1361897" y="833386"/>
            <a:ext cx="998400" cy="998400"/>
          </a:xfrm>
          <a:prstGeom prst="ellipse">
            <a:avLst/>
          </a:prstGeom>
          <a:solidFill>
            <a:srgbClr val="718AC6">
              <a:alpha val="38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1" name="Google Shape;491;p43"/>
          <p:cNvGrpSpPr/>
          <p:nvPr/>
        </p:nvGrpSpPr>
        <p:grpSpPr>
          <a:xfrm>
            <a:off x="3595617" y="1013393"/>
            <a:ext cx="537556" cy="136576"/>
            <a:chOff x="2641350" y="846250"/>
            <a:chExt cx="413600" cy="105075"/>
          </a:xfrm>
        </p:grpSpPr>
        <p:sp>
          <p:nvSpPr>
            <p:cNvPr id="492" name="Google Shape;492;p43"/>
            <p:cNvSpPr/>
            <p:nvPr/>
          </p:nvSpPr>
          <p:spPr>
            <a:xfrm>
              <a:off x="2991475" y="846250"/>
              <a:ext cx="63475" cy="105075"/>
            </a:xfrm>
            <a:custGeom>
              <a:avLst/>
              <a:gdLst/>
              <a:ahLst/>
              <a:cxnLst/>
              <a:rect l="l" t="t" r="r" b="b"/>
              <a:pathLst>
                <a:path w="2539" h="4203" extrusionOk="0">
                  <a:moveTo>
                    <a:pt x="2092" y="1"/>
                  </a:moveTo>
                  <a:lnTo>
                    <a:pt x="1" y="2111"/>
                  </a:lnTo>
                  <a:lnTo>
                    <a:pt x="2092" y="4202"/>
                  </a:lnTo>
                  <a:lnTo>
                    <a:pt x="2538" y="3756"/>
                  </a:lnTo>
                  <a:lnTo>
                    <a:pt x="874" y="2111"/>
                  </a:lnTo>
                  <a:lnTo>
                    <a:pt x="2538" y="447"/>
                  </a:lnTo>
                  <a:lnTo>
                    <a:pt x="209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43"/>
            <p:cNvSpPr/>
            <p:nvPr/>
          </p:nvSpPr>
          <p:spPr>
            <a:xfrm>
              <a:off x="2874775" y="846250"/>
              <a:ext cx="63450" cy="105075"/>
            </a:xfrm>
            <a:custGeom>
              <a:avLst/>
              <a:gdLst/>
              <a:ahLst/>
              <a:cxnLst/>
              <a:rect l="l" t="t" r="r" b="b"/>
              <a:pathLst>
                <a:path w="2538" h="4203" extrusionOk="0">
                  <a:moveTo>
                    <a:pt x="2091" y="1"/>
                  </a:moveTo>
                  <a:lnTo>
                    <a:pt x="0" y="2111"/>
                  </a:lnTo>
                  <a:lnTo>
                    <a:pt x="2091" y="4202"/>
                  </a:lnTo>
                  <a:lnTo>
                    <a:pt x="2538" y="3756"/>
                  </a:lnTo>
                  <a:lnTo>
                    <a:pt x="894" y="2111"/>
                  </a:lnTo>
                  <a:lnTo>
                    <a:pt x="2538" y="447"/>
                  </a:lnTo>
                  <a:lnTo>
                    <a:pt x="209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43"/>
            <p:cNvSpPr/>
            <p:nvPr/>
          </p:nvSpPr>
          <p:spPr>
            <a:xfrm>
              <a:off x="2758075" y="846250"/>
              <a:ext cx="63450" cy="105075"/>
            </a:xfrm>
            <a:custGeom>
              <a:avLst/>
              <a:gdLst/>
              <a:ahLst/>
              <a:cxnLst/>
              <a:rect l="l" t="t" r="r" b="b"/>
              <a:pathLst>
                <a:path w="2538" h="4203" extrusionOk="0">
                  <a:moveTo>
                    <a:pt x="2111" y="1"/>
                  </a:moveTo>
                  <a:lnTo>
                    <a:pt x="0" y="2111"/>
                  </a:lnTo>
                  <a:lnTo>
                    <a:pt x="2111" y="4202"/>
                  </a:lnTo>
                  <a:lnTo>
                    <a:pt x="2537" y="3756"/>
                  </a:lnTo>
                  <a:lnTo>
                    <a:pt x="893" y="2111"/>
                  </a:lnTo>
                  <a:lnTo>
                    <a:pt x="2537" y="447"/>
                  </a:lnTo>
                  <a:lnTo>
                    <a:pt x="211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43"/>
            <p:cNvSpPr/>
            <p:nvPr/>
          </p:nvSpPr>
          <p:spPr>
            <a:xfrm>
              <a:off x="2641350" y="846250"/>
              <a:ext cx="63975" cy="105075"/>
            </a:xfrm>
            <a:custGeom>
              <a:avLst/>
              <a:gdLst/>
              <a:ahLst/>
              <a:cxnLst/>
              <a:rect l="l" t="t" r="r" b="b"/>
              <a:pathLst>
                <a:path w="2559" h="4203" extrusionOk="0">
                  <a:moveTo>
                    <a:pt x="2112" y="1"/>
                  </a:moveTo>
                  <a:lnTo>
                    <a:pt x="1" y="2111"/>
                  </a:lnTo>
                  <a:lnTo>
                    <a:pt x="2112" y="4202"/>
                  </a:lnTo>
                  <a:lnTo>
                    <a:pt x="2558" y="3756"/>
                  </a:lnTo>
                  <a:lnTo>
                    <a:pt x="894" y="2111"/>
                  </a:lnTo>
                  <a:lnTo>
                    <a:pt x="2558" y="447"/>
                  </a:lnTo>
                  <a:lnTo>
                    <a:pt x="21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6" name="Google Shape;496;p43"/>
          <p:cNvSpPr txBox="1">
            <a:spLocks noGrp="1"/>
          </p:cNvSpPr>
          <p:nvPr>
            <p:ph type="body" idx="1"/>
          </p:nvPr>
        </p:nvSpPr>
        <p:spPr>
          <a:xfrm>
            <a:off x="896000" y="2227183"/>
            <a:ext cx="3675900" cy="2380992"/>
          </a:xfrm>
          <a:prstGeom prst="rect">
            <a:avLst/>
          </a:prstGeom>
        </p:spPr>
        <p:txBody>
          <a:bodyPr spcFirstLastPara="1" wrap="square" lIns="91425" tIns="91425" rIns="91425" bIns="91425" anchor="t" anchorCtr="0">
            <a:noAutofit/>
          </a:bodyPr>
          <a:lstStyle/>
          <a:p>
            <a:pPr marL="0" lvl="0" indent="0" algn="just">
              <a:buNone/>
            </a:pPr>
            <a:r>
              <a:rPr lang="vi-VN" sz="2000" dirty="0">
                <a:solidFill>
                  <a:schemeClr val="dk1"/>
                </a:solidFill>
              </a:rPr>
              <a:t>Hệ thống áp dụng kiến trúc Component</a:t>
            </a:r>
            <a:r>
              <a:rPr lang="en-US" sz="2000" dirty="0">
                <a:solidFill>
                  <a:schemeClr val="dk1"/>
                </a:solidFill>
              </a:rPr>
              <a:t> </a:t>
            </a:r>
            <a:r>
              <a:rPr lang="vi-VN" sz="2000" dirty="0">
                <a:solidFill>
                  <a:schemeClr val="dk1"/>
                </a:solidFill>
              </a:rPr>
              <a:t>-</a:t>
            </a:r>
            <a:r>
              <a:rPr lang="en-US" sz="2000" dirty="0">
                <a:solidFill>
                  <a:schemeClr val="dk1"/>
                </a:solidFill>
              </a:rPr>
              <a:t> </a:t>
            </a:r>
            <a:r>
              <a:rPr lang="vi-VN" sz="2000" dirty="0">
                <a:solidFill>
                  <a:schemeClr val="dk1"/>
                </a:solidFill>
              </a:rPr>
              <a:t>Based, tổ chức các thành phần chính như nhân vật, môi trường, điều khiển di chuyển, và logic giải mê cung thành các đơn vị độc lập.</a:t>
            </a:r>
            <a:endParaRPr sz="2000" dirty="0">
              <a:solidFill>
                <a:schemeClr val="dk1"/>
              </a:solidFill>
            </a:endParaRPr>
          </a:p>
        </p:txBody>
      </p:sp>
      <p:pic>
        <p:nvPicPr>
          <p:cNvPr id="3074" name="Picture 2" descr="10 mô hình kiến trúc phần mềm phổ biến | AGILEAN Solutions"/>
          <p:cNvPicPr>
            <a:picLocks noChangeAspect="1" noChangeArrowheads="1"/>
          </p:cNvPicPr>
          <p:nvPr/>
        </p:nvPicPr>
        <p:blipFill rotWithShape="1">
          <a:blip r:embed="rId3">
            <a:extLst>
              <a:ext uri="{28A0092B-C50C-407E-A947-70E740481C1C}">
                <a14:useLocalDpi xmlns:a14="http://schemas.microsoft.com/office/drawing/2010/main" val="0"/>
              </a:ext>
            </a:extLst>
          </a:blip>
          <a:srcRect l="5126" r="33285"/>
          <a:stretch/>
        </p:blipFill>
        <p:spPr bwMode="auto">
          <a:xfrm>
            <a:off x="5324475" y="1121559"/>
            <a:ext cx="3305176" cy="29002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02210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96">
                                            <p:txEl>
                                              <p:pRg st="0" end="0"/>
                                            </p:txEl>
                                          </p:spTgt>
                                        </p:tgtEl>
                                        <p:attrNameLst>
                                          <p:attrName>style.visibility</p:attrName>
                                        </p:attrNameLst>
                                      </p:cBhvr>
                                      <p:to>
                                        <p:strVal val="visible"/>
                                      </p:to>
                                    </p:set>
                                    <p:animEffect transition="in" filter="fade">
                                      <p:cBhvr>
                                        <p:cTn id="7" dur="100"/>
                                        <p:tgtEl>
                                          <p:spTgt spid="49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17" name="Google Shape;483;p43"/>
          <p:cNvSpPr/>
          <p:nvPr/>
        </p:nvSpPr>
        <p:spPr>
          <a:xfrm>
            <a:off x="5069941" y="1149970"/>
            <a:ext cx="3748134" cy="2860716"/>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43"/>
          <p:cNvSpPr/>
          <p:nvPr/>
        </p:nvSpPr>
        <p:spPr>
          <a:xfrm>
            <a:off x="715100" y="535000"/>
            <a:ext cx="4107600" cy="4073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43"/>
          <p:cNvSpPr txBox="1">
            <a:spLocks noGrp="1"/>
          </p:cNvSpPr>
          <p:nvPr>
            <p:ph type="title"/>
          </p:nvPr>
        </p:nvSpPr>
        <p:spPr>
          <a:xfrm>
            <a:off x="896000" y="1424283"/>
            <a:ext cx="36759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err="1">
                <a:latin typeface="UTM Andrea" panose="02040603050506020204" pitchFamily="18" charset="0"/>
              </a:rPr>
              <a:t>Giải</a:t>
            </a:r>
            <a:r>
              <a:rPr lang="en-US" dirty="0">
                <a:latin typeface="UTM Andrea" panose="02040603050506020204" pitchFamily="18" charset="0"/>
              </a:rPr>
              <a:t> </a:t>
            </a:r>
            <a:r>
              <a:rPr lang="en-US" dirty="0" err="1">
                <a:latin typeface="UTM Andrea" panose="02040603050506020204" pitchFamily="18" charset="0"/>
              </a:rPr>
              <a:t>mê</a:t>
            </a:r>
            <a:r>
              <a:rPr lang="en-US" dirty="0">
                <a:latin typeface="UTM Andrea" panose="02040603050506020204" pitchFamily="18" charset="0"/>
              </a:rPr>
              <a:t> </a:t>
            </a:r>
            <a:r>
              <a:rPr lang="en-US" dirty="0" err="1">
                <a:latin typeface="UTM Andrea" panose="02040603050506020204" pitchFamily="18" charset="0"/>
              </a:rPr>
              <a:t>cung</a:t>
            </a:r>
            <a:endParaRPr dirty="0">
              <a:latin typeface="UTM Andrea" panose="02040603050506020204" pitchFamily="18" charset="0"/>
            </a:endParaRPr>
          </a:p>
        </p:txBody>
      </p:sp>
      <p:grpSp>
        <p:nvGrpSpPr>
          <p:cNvPr id="485" name="Google Shape;485;p43"/>
          <p:cNvGrpSpPr/>
          <p:nvPr/>
        </p:nvGrpSpPr>
        <p:grpSpPr>
          <a:xfrm rot="10800000">
            <a:off x="-364665" y="4455169"/>
            <a:ext cx="2159530" cy="548628"/>
            <a:chOff x="2641350" y="846250"/>
            <a:chExt cx="413600" cy="105075"/>
          </a:xfrm>
        </p:grpSpPr>
        <p:sp>
          <p:nvSpPr>
            <p:cNvPr id="486" name="Google Shape;486;p43"/>
            <p:cNvSpPr/>
            <p:nvPr/>
          </p:nvSpPr>
          <p:spPr>
            <a:xfrm>
              <a:off x="2991475" y="846250"/>
              <a:ext cx="63475" cy="105075"/>
            </a:xfrm>
            <a:custGeom>
              <a:avLst/>
              <a:gdLst/>
              <a:ahLst/>
              <a:cxnLst/>
              <a:rect l="l" t="t" r="r" b="b"/>
              <a:pathLst>
                <a:path w="2539" h="4203" extrusionOk="0">
                  <a:moveTo>
                    <a:pt x="2092" y="1"/>
                  </a:moveTo>
                  <a:lnTo>
                    <a:pt x="1" y="2111"/>
                  </a:lnTo>
                  <a:lnTo>
                    <a:pt x="2092" y="4202"/>
                  </a:lnTo>
                  <a:lnTo>
                    <a:pt x="2538" y="3756"/>
                  </a:lnTo>
                  <a:lnTo>
                    <a:pt x="874" y="2111"/>
                  </a:lnTo>
                  <a:lnTo>
                    <a:pt x="2538" y="447"/>
                  </a:lnTo>
                  <a:lnTo>
                    <a:pt x="209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43"/>
            <p:cNvSpPr/>
            <p:nvPr/>
          </p:nvSpPr>
          <p:spPr>
            <a:xfrm>
              <a:off x="2874775" y="846250"/>
              <a:ext cx="63450" cy="105075"/>
            </a:xfrm>
            <a:custGeom>
              <a:avLst/>
              <a:gdLst/>
              <a:ahLst/>
              <a:cxnLst/>
              <a:rect l="l" t="t" r="r" b="b"/>
              <a:pathLst>
                <a:path w="2538" h="4203" extrusionOk="0">
                  <a:moveTo>
                    <a:pt x="2091" y="1"/>
                  </a:moveTo>
                  <a:lnTo>
                    <a:pt x="0" y="2111"/>
                  </a:lnTo>
                  <a:lnTo>
                    <a:pt x="2091" y="4202"/>
                  </a:lnTo>
                  <a:lnTo>
                    <a:pt x="2538" y="3756"/>
                  </a:lnTo>
                  <a:lnTo>
                    <a:pt x="894" y="2111"/>
                  </a:lnTo>
                  <a:lnTo>
                    <a:pt x="2538" y="447"/>
                  </a:lnTo>
                  <a:lnTo>
                    <a:pt x="20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43"/>
            <p:cNvSpPr/>
            <p:nvPr/>
          </p:nvSpPr>
          <p:spPr>
            <a:xfrm>
              <a:off x="2758075" y="846250"/>
              <a:ext cx="63450" cy="105075"/>
            </a:xfrm>
            <a:custGeom>
              <a:avLst/>
              <a:gdLst/>
              <a:ahLst/>
              <a:cxnLst/>
              <a:rect l="l" t="t" r="r" b="b"/>
              <a:pathLst>
                <a:path w="2538" h="4203" extrusionOk="0">
                  <a:moveTo>
                    <a:pt x="2111" y="1"/>
                  </a:moveTo>
                  <a:lnTo>
                    <a:pt x="0" y="2111"/>
                  </a:lnTo>
                  <a:lnTo>
                    <a:pt x="2111" y="4202"/>
                  </a:lnTo>
                  <a:lnTo>
                    <a:pt x="2537" y="3756"/>
                  </a:lnTo>
                  <a:lnTo>
                    <a:pt x="893" y="2111"/>
                  </a:lnTo>
                  <a:lnTo>
                    <a:pt x="2537" y="447"/>
                  </a:lnTo>
                  <a:lnTo>
                    <a:pt x="21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43"/>
            <p:cNvSpPr/>
            <p:nvPr/>
          </p:nvSpPr>
          <p:spPr>
            <a:xfrm>
              <a:off x="2641350" y="846250"/>
              <a:ext cx="63975" cy="105075"/>
            </a:xfrm>
            <a:custGeom>
              <a:avLst/>
              <a:gdLst/>
              <a:ahLst/>
              <a:cxnLst/>
              <a:rect l="l" t="t" r="r" b="b"/>
              <a:pathLst>
                <a:path w="2559" h="4203" extrusionOk="0">
                  <a:moveTo>
                    <a:pt x="2112" y="1"/>
                  </a:moveTo>
                  <a:lnTo>
                    <a:pt x="1" y="2111"/>
                  </a:lnTo>
                  <a:lnTo>
                    <a:pt x="2112" y="4202"/>
                  </a:lnTo>
                  <a:lnTo>
                    <a:pt x="2558" y="3756"/>
                  </a:lnTo>
                  <a:lnTo>
                    <a:pt x="894" y="2111"/>
                  </a:lnTo>
                  <a:lnTo>
                    <a:pt x="2558" y="447"/>
                  </a:lnTo>
                  <a:lnTo>
                    <a:pt x="21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0" name="Google Shape;490;p43"/>
          <p:cNvSpPr/>
          <p:nvPr/>
        </p:nvSpPr>
        <p:spPr>
          <a:xfrm>
            <a:off x="854116" y="1081681"/>
            <a:ext cx="998400" cy="998400"/>
          </a:xfrm>
          <a:prstGeom prst="ellipse">
            <a:avLst/>
          </a:prstGeom>
          <a:solidFill>
            <a:srgbClr val="718AC6">
              <a:alpha val="38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1" name="Google Shape;491;p43"/>
          <p:cNvGrpSpPr/>
          <p:nvPr/>
        </p:nvGrpSpPr>
        <p:grpSpPr>
          <a:xfrm>
            <a:off x="3595617" y="1013393"/>
            <a:ext cx="537556" cy="136576"/>
            <a:chOff x="2641350" y="846250"/>
            <a:chExt cx="413600" cy="105075"/>
          </a:xfrm>
        </p:grpSpPr>
        <p:sp>
          <p:nvSpPr>
            <p:cNvPr id="492" name="Google Shape;492;p43"/>
            <p:cNvSpPr/>
            <p:nvPr/>
          </p:nvSpPr>
          <p:spPr>
            <a:xfrm>
              <a:off x="2991475" y="846250"/>
              <a:ext cx="63475" cy="105075"/>
            </a:xfrm>
            <a:custGeom>
              <a:avLst/>
              <a:gdLst/>
              <a:ahLst/>
              <a:cxnLst/>
              <a:rect l="l" t="t" r="r" b="b"/>
              <a:pathLst>
                <a:path w="2539" h="4203" extrusionOk="0">
                  <a:moveTo>
                    <a:pt x="2092" y="1"/>
                  </a:moveTo>
                  <a:lnTo>
                    <a:pt x="1" y="2111"/>
                  </a:lnTo>
                  <a:lnTo>
                    <a:pt x="2092" y="4202"/>
                  </a:lnTo>
                  <a:lnTo>
                    <a:pt x="2538" y="3756"/>
                  </a:lnTo>
                  <a:lnTo>
                    <a:pt x="874" y="2111"/>
                  </a:lnTo>
                  <a:lnTo>
                    <a:pt x="2538" y="447"/>
                  </a:lnTo>
                  <a:lnTo>
                    <a:pt x="209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43"/>
            <p:cNvSpPr/>
            <p:nvPr/>
          </p:nvSpPr>
          <p:spPr>
            <a:xfrm>
              <a:off x="2874775" y="846250"/>
              <a:ext cx="63450" cy="105075"/>
            </a:xfrm>
            <a:custGeom>
              <a:avLst/>
              <a:gdLst/>
              <a:ahLst/>
              <a:cxnLst/>
              <a:rect l="l" t="t" r="r" b="b"/>
              <a:pathLst>
                <a:path w="2538" h="4203" extrusionOk="0">
                  <a:moveTo>
                    <a:pt x="2091" y="1"/>
                  </a:moveTo>
                  <a:lnTo>
                    <a:pt x="0" y="2111"/>
                  </a:lnTo>
                  <a:lnTo>
                    <a:pt x="2091" y="4202"/>
                  </a:lnTo>
                  <a:lnTo>
                    <a:pt x="2538" y="3756"/>
                  </a:lnTo>
                  <a:lnTo>
                    <a:pt x="894" y="2111"/>
                  </a:lnTo>
                  <a:lnTo>
                    <a:pt x="2538" y="447"/>
                  </a:lnTo>
                  <a:lnTo>
                    <a:pt x="209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43"/>
            <p:cNvSpPr/>
            <p:nvPr/>
          </p:nvSpPr>
          <p:spPr>
            <a:xfrm>
              <a:off x="2758075" y="846250"/>
              <a:ext cx="63450" cy="105075"/>
            </a:xfrm>
            <a:custGeom>
              <a:avLst/>
              <a:gdLst/>
              <a:ahLst/>
              <a:cxnLst/>
              <a:rect l="l" t="t" r="r" b="b"/>
              <a:pathLst>
                <a:path w="2538" h="4203" extrusionOk="0">
                  <a:moveTo>
                    <a:pt x="2111" y="1"/>
                  </a:moveTo>
                  <a:lnTo>
                    <a:pt x="0" y="2111"/>
                  </a:lnTo>
                  <a:lnTo>
                    <a:pt x="2111" y="4202"/>
                  </a:lnTo>
                  <a:lnTo>
                    <a:pt x="2537" y="3756"/>
                  </a:lnTo>
                  <a:lnTo>
                    <a:pt x="893" y="2111"/>
                  </a:lnTo>
                  <a:lnTo>
                    <a:pt x="2537" y="447"/>
                  </a:lnTo>
                  <a:lnTo>
                    <a:pt x="211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43"/>
            <p:cNvSpPr/>
            <p:nvPr/>
          </p:nvSpPr>
          <p:spPr>
            <a:xfrm>
              <a:off x="2641350" y="846250"/>
              <a:ext cx="63975" cy="105075"/>
            </a:xfrm>
            <a:custGeom>
              <a:avLst/>
              <a:gdLst/>
              <a:ahLst/>
              <a:cxnLst/>
              <a:rect l="l" t="t" r="r" b="b"/>
              <a:pathLst>
                <a:path w="2559" h="4203" extrusionOk="0">
                  <a:moveTo>
                    <a:pt x="2112" y="1"/>
                  </a:moveTo>
                  <a:lnTo>
                    <a:pt x="1" y="2111"/>
                  </a:lnTo>
                  <a:lnTo>
                    <a:pt x="2112" y="4202"/>
                  </a:lnTo>
                  <a:lnTo>
                    <a:pt x="2558" y="3756"/>
                  </a:lnTo>
                  <a:lnTo>
                    <a:pt x="894" y="2111"/>
                  </a:lnTo>
                  <a:lnTo>
                    <a:pt x="2558" y="447"/>
                  </a:lnTo>
                  <a:lnTo>
                    <a:pt x="21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6" name="Google Shape;496;p43"/>
          <p:cNvSpPr txBox="1">
            <a:spLocks noGrp="1"/>
          </p:cNvSpPr>
          <p:nvPr>
            <p:ph type="body" idx="1"/>
          </p:nvPr>
        </p:nvSpPr>
        <p:spPr>
          <a:xfrm>
            <a:off x="896000" y="1942222"/>
            <a:ext cx="3767440" cy="2569148"/>
          </a:xfrm>
          <a:prstGeom prst="rect">
            <a:avLst/>
          </a:prstGeom>
        </p:spPr>
        <p:txBody>
          <a:bodyPr spcFirstLastPara="1" wrap="square" lIns="91425" tIns="91425" rIns="91425" bIns="91425" anchor="t" anchorCtr="0">
            <a:noAutofit/>
          </a:bodyPr>
          <a:lstStyle/>
          <a:p>
            <a:pPr marL="0" lvl="0" indent="0" algn="just">
              <a:buNone/>
            </a:pPr>
            <a:r>
              <a:rPr lang="vi-VN" sz="2000" dirty="0">
                <a:solidFill>
                  <a:schemeClr val="dk1"/>
                </a:solidFill>
              </a:rPr>
              <a:t>Thuật toán A*</a:t>
            </a:r>
            <a:r>
              <a:rPr lang="en-US" sz="2000" dirty="0">
                <a:solidFill>
                  <a:schemeClr val="dk1"/>
                </a:solidFill>
              </a:rPr>
              <a:t> </a:t>
            </a:r>
            <a:r>
              <a:rPr lang="vi-VN" sz="2000" dirty="0">
                <a:solidFill>
                  <a:schemeClr val="dk1"/>
                </a:solidFill>
              </a:rPr>
              <a:t>là một trong những thuật toán tìm kiếm thông minh nhất để tìm đường trong các đồ thị</a:t>
            </a:r>
            <a:r>
              <a:rPr lang="en-US" sz="2000" dirty="0">
                <a:solidFill>
                  <a:schemeClr val="dk1"/>
                </a:solidFill>
              </a:rPr>
              <a:t>. A*</a:t>
            </a:r>
            <a:r>
              <a:rPr lang="vi-VN" sz="2000" dirty="0">
                <a:solidFill>
                  <a:schemeClr val="dk1"/>
                </a:solidFill>
              </a:rPr>
              <a:t> kết hợp</a:t>
            </a:r>
            <a:r>
              <a:rPr lang="en-US" sz="2000" dirty="0">
                <a:solidFill>
                  <a:schemeClr val="dk1"/>
                </a:solidFill>
              </a:rPr>
              <a:t> </a:t>
            </a:r>
            <a:r>
              <a:rPr lang="vi-VN" sz="2000" dirty="0">
                <a:solidFill>
                  <a:schemeClr val="dk1"/>
                </a:solidFill>
              </a:rPr>
              <a:t>tìm kiếm theo chiều sâu và tìm kiếm theo chiều rộng, sử dụng một hàm chi phí để tối ưu hóa quá trình tìm kiếm.</a:t>
            </a:r>
            <a:endParaRPr sz="2000" dirty="0">
              <a:solidFill>
                <a:schemeClr val="dk1"/>
              </a:solidFill>
            </a:endParaRPr>
          </a:p>
        </p:txBody>
      </p:sp>
      <p:pic>
        <p:nvPicPr>
          <p:cNvPr id="4100" name="Picture 4" descr="Hình ảnh Mê Cung Chữ Góc Cong Vô Tận Vectơ PNG , Các Góc, Cong, Bất Tận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69534" y="1235190"/>
            <a:ext cx="3559613" cy="2673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72654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96">
                                            <p:txEl>
                                              <p:pRg st="0" end="0"/>
                                            </p:txEl>
                                          </p:spTgt>
                                        </p:tgtEl>
                                        <p:attrNameLst>
                                          <p:attrName>style.visibility</p:attrName>
                                        </p:attrNameLst>
                                      </p:cBhvr>
                                      <p:to>
                                        <p:strVal val="visible"/>
                                      </p:to>
                                    </p:set>
                                    <p:animEffect transition="in" filter="fade">
                                      <p:cBhvr>
                                        <p:cTn id="7" dur="100"/>
                                        <p:tgtEl>
                                          <p:spTgt spid="49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17" name="Google Shape;483;p43"/>
          <p:cNvSpPr/>
          <p:nvPr/>
        </p:nvSpPr>
        <p:spPr>
          <a:xfrm>
            <a:off x="5187637" y="1013394"/>
            <a:ext cx="3449370" cy="3006346"/>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43"/>
          <p:cNvSpPr/>
          <p:nvPr/>
        </p:nvSpPr>
        <p:spPr>
          <a:xfrm>
            <a:off x="181700" y="490886"/>
            <a:ext cx="4687480" cy="4073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43"/>
          <p:cNvSpPr txBox="1">
            <a:spLocks noGrp="1"/>
          </p:cNvSpPr>
          <p:nvPr>
            <p:ph type="title"/>
          </p:nvPr>
        </p:nvSpPr>
        <p:spPr>
          <a:xfrm>
            <a:off x="706739" y="1312211"/>
            <a:ext cx="36759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err="1">
                <a:latin typeface="UTM Andrea" panose="02040603050506020204" pitchFamily="18" charset="0"/>
              </a:rPr>
              <a:t>Cách</a:t>
            </a:r>
            <a:r>
              <a:rPr lang="en-US" dirty="0">
                <a:latin typeface="UTM Andrea" panose="02040603050506020204" pitchFamily="18" charset="0"/>
              </a:rPr>
              <a:t> </a:t>
            </a:r>
            <a:r>
              <a:rPr lang="en-US" dirty="0" err="1">
                <a:latin typeface="UTM Andrea" panose="02040603050506020204" pitchFamily="18" charset="0"/>
              </a:rPr>
              <a:t>thức</a:t>
            </a:r>
            <a:br>
              <a:rPr lang="en-US" dirty="0">
                <a:latin typeface="UTM Andrea" panose="02040603050506020204" pitchFamily="18" charset="0"/>
              </a:rPr>
            </a:br>
            <a:r>
              <a:rPr lang="en-US" dirty="0" err="1">
                <a:latin typeface="UTM Andrea" panose="02040603050506020204" pitchFamily="18" charset="0"/>
              </a:rPr>
              <a:t>hoạt</a:t>
            </a:r>
            <a:r>
              <a:rPr lang="en-US" dirty="0">
                <a:latin typeface="UTM Andrea" panose="02040603050506020204" pitchFamily="18" charset="0"/>
              </a:rPr>
              <a:t> </a:t>
            </a:r>
            <a:r>
              <a:rPr lang="en-US" dirty="0" err="1">
                <a:latin typeface="UTM Andrea" panose="02040603050506020204" pitchFamily="18" charset="0"/>
              </a:rPr>
              <a:t>động</a:t>
            </a:r>
            <a:endParaRPr dirty="0">
              <a:latin typeface="UTM Andrea" panose="02040603050506020204" pitchFamily="18" charset="0"/>
            </a:endParaRPr>
          </a:p>
        </p:txBody>
      </p:sp>
      <p:sp>
        <p:nvSpPr>
          <p:cNvPr id="490" name="Google Shape;490;p43"/>
          <p:cNvSpPr/>
          <p:nvPr/>
        </p:nvSpPr>
        <p:spPr>
          <a:xfrm>
            <a:off x="764973" y="685469"/>
            <a:ext cx="998400" cy="998400"/>
          </a:xfrm>
          <a:prstGeom prst="ellipse">
            <a:avLst/>
          </a:prstGeom>
          <a:solidFill>
            <a:srgbClr val="718AC6">
              <a:alpha val="38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1" name="Google Shape;491;p43"/>
          <p:cNvGrpSpPr/>
          <p:nvPr/>
        </p:nvGrpSpPr>
        <p:grpSpPr>
          <a:xfrm>
            <a:off x="3595617" y="1013393"/>
            <a:ext cx="537556" cy="136576"/>
            <a:chOff x="2641350" y="846250"/>
            <a:chExt cx="413600" cy="105075"/>
          </a:xfrm>
        </p:grpSpPr>
        <p:sp>
          <p:nvSpPr>
            <p:cNvPr id="492" name="Google Shape;492;p43"/>
            <p:cNvSpPr/>
            <p:nvPr/>
          </p:nvSpPr>
          <p:spPr>
            <a:xfrm>
              <a:off x="2991475" y="846250"/>
              <a:ext cx="63475" cy="105075"/>
            </a:xfrm>
            <a:custGeom>
              <a:avLst/>
              <a:gdLst/>
              <a:ahLst/>
              <a:cxnLst/>
              <a:rect l="l" t="t" r="r" b="b"/>
              <a:pathLst>
                <a:path w="2539" h="4203" extrusionOk="0">
                  <a:moveTo>
                    <a:pt x="2092" y="1"/>
                  </a:moveTo>
                  <a:lnTo>
                    <a:pt x="1" y="2111"/>
                  </a:lnTo>
                  <a:lnTo>
                    <a:pt x="2092" y="4202"/>
                  </a:lnTo>
                  <a:lnTo>
                    <a:pt x="2538" y="3756"/>
                  </a:lnTo>
                  <a:lnTo>
                    <a:pt x="874" y="2111"/>
                  </a:lnTo>
                  <a:lnTo>
                    <a:pt x="2538" y="447"/>
                  </a:lnTo>
                  <a:lnTo>
                    <a:pt x="209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43"/>
            <p:cNvSpPr/>
            <p:nvPr/>
          </p:nvSpPr>
          <p:spPr>
            <a:xfrm>
              <a:off x="2874775" y="846250"/>
              <a:ext cx="63450" cy="105075"/>
            </a:xfrm>
            <a:custGeom>
              <a:avLst/>
              <a:gdLst/>
              <a:ahLst/>
              <a:cxnLst/>
              <a:rect l="l" t="t" r="r" b="b"/>
              <a:pathLst>
                <a:path w="2538" h="4203" extrusionOk="0">
                  <a:moveTo>
                    <a:pt x="2091" y="1"/>
                  </a:moveTo>
                  <a:lnTo>
                    <a:pt x="0" y="2111"/>
                  </a:lnTo>
                  <a:lnTo>
                    <a:pt x="2091" y="4202"/>
                  </a:lnTo>
                  <a:lnTo>
                    <a:pt x="2538" y="3756"/>
                  </a:lnTo>
                  <a:lnTo>
                    <a:pt x="894" y="2111"/>
                  </a:lnTo>
                  <a:lnTo>
                    <a:pt x="2538" y="447"/>
                  </a:lnTo>
                  <a:lnTo>
                    <a:pt x="209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43"/>
            <p:cNvSpPr/>
            <p:nvPr/>
          </p:nvSpPr>
          <p:spPr>
            <a:xfrm>
              <a:off x="2758075" y="846250"/>
              <a:ext cx="63450" cy="105075"/>
            </a:xfrm>
            <a:custGeom>
              <a:avLst/>
              <a:gdLst/>
              <a:ahLst/>
              <a:cxnLst/>
              <a:rect l="l" t="t" r="r" b="b"/>
              <a:pathLst>
                <a:path w="2538" h="4203" extrusionOk="0">
                  <a:moveTo>
                    <a:pt x="2111" y="1"/>
                  </a:moveTo>
                  <a:lnTo>
                    <a:pt x="0" y="2111"/>
                  </a:lnTo>
                  <a:lnTo>
                    <a:pt x="2111" y="4202"/>
                  </a:lnTo>
                  <a:lnTo>
                    <a:pt x="2537" y="3756"/>
                  </a:lnTo>
                  <a:lnTo>
                    <a:pt x="893" y="2111"/>
                  </a:lnTo>
                  <a:lnTo>
                    <a:pt x="2537" y="447"/>
                  </a:lnTo>
                  <a:lnTo>
                    <a:pt x="211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43"/>
            <p:cNvSpPr/>
            <p:nvPr/>
          </p:nvSpPr>
          <p:spPr>
            <a:xfrm>
              <a:off x="2641350" y="846250"/>
              <a:ext cx="63975" cy="105075"/>
            </a:xfrm>
            <a:custGeom>
              <a:avLst/>
              <a:gdLst/>
              <a:ahLst/>
              <a:cxnLst/>
              <a:rect l="l" t="t" r="r" b="b"/>
              <a:pathLst>
                <a:path w="2559" h="4203" extrusionOk="0">
                  <a:moveTo>
                    <a:pt x="2112" y="1"/>
                  </a:moveTo>
                  <a:lnTo>
                    <a:pt x="1" y="2111"/>
                  </a:lnTo>
                  <a:lnTo>
                    <a:pt x="2112" y="4202"/>
                  </a:lnTo>
                  <a:lnTo>
                    <a:pt x="2558" y="3756"/>
                  </a:lnTo>
                  <a:lnTo>
                    <a:pt x="894" y="2111"/>
                  </a:lnTo>
                  <a:lnTo>
                    <a:pt x="2558" y="447"/>
                  </a:lnTo>
                  <a:lnTo>
                    <a:pt x="21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6" name="Google Shape;496;p43"/>
          <p:cNvSpPr txBox="1">
            <a:spLocks noGrp="1"/>
          </p:cNvSpPr>
          <p:nvPr>
            <p:ph type="body" idx="1"/>
          </p:nvPr>
        </p:nvSpPr>
        <p:spPr>
          <a:xfrm>
            <a:off x="346248" y="2148369"/>
            <a:ext cx="4396883" cy="2748677"/>
          </a:xfrm>
          <a:prstGeom prst="rect">
            <a:avLst/>
          </a:prstGeom>
        </p:spPr>
        <p:txBody>
          <a:bodyPr spcFirstLastPara="1" wrap="square" lIns="91425" tIns="91425" rIns="91425" bIns="91425" anchor="t" anchorCtr="0">
            <a:noAutofit/>
          </a:bodyPr>
          <a:lstStyle/>
          <a:p>
            <a:pPr marL="0" lvl="0" indent="0" algn="just">
              <a:buNone/>
            </a:pPr>
            <a:r>
              <a:rPr lang="vi-VN" sz="1600" b="1" dirty="0">
                <a:solidFill>
                  <a:schemeClr val="tx1"/>
                </a:solidFill>
              </a:rPr>
              <a:t>Khởi tạo: </a:t>
            </a:r>
            <a:r>
              <a:rPr lang="vi-VN" sz="1600" dirty="0">
                <a:solidFill>
                  <a:schemeClr val="tx1"/>
                </a:solidFill>
              </a:rPr>
              <a:t>Nhân vật bắt đầu từ vị trí xuất phát của mê cung.</a:t>
            </a:r>
          </a:p>
          <a:p>
            <a:pPr marL="0" lvl="0" indent="0" algn="just">
              <a:buNone/>
            </a:pPr>
            <a:r>
              <a:rPr lang="vi-VN" sz="1600" b="1" dirty="0">
                <a:solidFill>
                  <a:schemeClr val="tx1"/>
                </a:solidFill>
              </a:rPr>
              <a:t>Tìm kiếm hướng đi: </a:t>
            </a:r>
            <a:r>
              <a:rPr lang="vi-VN" sz="1600" dirty="0">
                <a:solidFill>
                  <a:schemeClr val="tx1"/>
                </a:solidFill>
              </a:rPr>
              <a:t>Thuật toán xem xét các hướng đi </a:t>
            </a:r>
            <a:r>
              <a:rPr lang="en-US" sz="1600" dirty="0" err="1">
                <a:solidFill>
                  <a:schemeClr val="tx1"/>
                </a:solidFill>
              </a:rPr>
              <a:t>và</a:t>
            </a:r>
            <a:r>
              <a:rPr lang="vi-VN" sz="1600" dirty="0">
                <a:solidFill>
                  <a:schemeClr val="tx1"/>
                </a:solidFill>
              </a:rPr>
              <a:t> tính </a:t>
            </a:r>
            <a:r>
              <a:rPr lang="en-US" sz="1600" dirty="0">
                <a:solidFill>
                  <a:schemeClr val="tx1"/>
                </a:solidFill>
              </a:rPr>
              <a:t>chi </a:t>
            </a:r>
            <a:r>
              <a:rPr lang="en-US" sz="1600" dirty="0" err="1">
                <a:solidFill>
                  <a:schemeClr val="tx1"/>
                </a:solidFill>
              </a:rPr>
              <a:t>phí</a:t>
            </a:r>
            <a:r>
              <a:rPr lang="en-US" sz="1600" dirty="0">
                <a:solidFill>
                  <a:schemeClr val="tx1"/>
                </a:solidFill>
              </a:rPr>
              <a:t> </a:t>
            </a:r>
            <a:r>
              <a:rPr lang="en-US" sz="1600" dirty="0" err="1">
                <a:solidFill>
                  <a:schemeClr val="tx1"/>
                </a:solidFill>
              </a:rPr>
              <a:t>để</a:t>
            </a:r>
            <a:r>
              <a:rPr lang="en-US" sz="1600" dirty="0">
                <a:solidFill>
                  <a:schemeClr val="tx1"/>
                </a:solidFill>
              </a:rPr>
              <a:t> </a:t>
            </a:r>
            <a:r>
              <a:rPr lang="vi-VN" sz="1600" dirty="0">
                <a:solidFill>
                  <a:schemeClr val="tx1"/>
                </a:solidFill>
              </a:rPr>
              <a:t>đến đích.</a:t>
            </a:r>
          </a:p>
          <a:p>
            <a:pPr marL="0" lvl="0" indent="0" algn="just">
              <a:buNone/>
            </a:pPr>
            <a:r>
              <a:rPr lang="vi-VN" sz="1600" b="1" dirty="0">
                <a:solidFill>
                  <a:schemeClr val="tx1"/>
                </a:solidFill>
              </a:rPr>
              <a:t>Chọn hướng tốt nhất: </a:t>
            </a:r>
            <a:r>
              <a:rPr lang="vi-VN" sz="1600" dirty="0">
                <a:solidFill>
                  <a:schemeClr val="tx1"/>
                </a:solidFill>
              </a:rPr>
              <a:t>Hướng nào có tổng chi phí thấp nhất sẽ được chọn.</a:t>
            </a:r>
          </a:p>
          <a:p>
            <a:pPr marL="0" lvl="0" indent="0" algn="just">
              <a:buNone/>
            </a:pPr>
            <a:r>
              <a:rPr lang="vi-VN" sz="1600" b="1" dirty="0">
                <a:solidFill>
                  <a:schemeClr val="tx1"/>
                </a:solidFill>
              </a:rPr>
              <a:t>Di chuyển: </a:t>
            </a:r>
            <a:r>
              <a:rPr lang="vi-VN" sz="1600" dirty="0">
                <a:solidFill>
                  <a:schemeClr val="tx1"/>
                </a:solidFill>
              </a:rPr>
              <a:t>Nhân vật sẽ di chuyển theo lộ trình có chi phí tối ưu nhất cho đến khi chạm đến đích hoặc không còn lộ trình tốt hơn.</a:t>
            </a:r>
          </a:p>
        </p:txBody>
      </p:sp>
      <p:grpSp>
        <p:nvGrpSpPr>
          <p:cNvPr id="485" name="Google Shape;485;p43"/>
          <p:cNvGrpSpPr/>
          <p:nvPr/>
        </p:nvGrpSpPr>
        <p:grpSpPr>
          <a:xfrm rot="10800000">
            <a:off x="-364666" y="4564286"/>
            <a:ext cx="2159530" cy="548628"/>
            <a:chOff x="2641350" y="846250"/>
            <a:chExt cx="413600" cy="105075"/>
          </a:xfrm>
        </p:grpSpPr>
        <p:sp>
          <p:nvSpPr>
            <p:cNvPr id="486" name="Google Shape;486;p43"/>
            <p:cNvSpPr/>
            <p:nvPr/>
          </p:nvSpPr>
          <p:spPr>
            <a:xfrm>
              <a:off x="2991475" y="846250"/>
              <a:ext cx="63475" cy="105075"/>
            </a:xfrm>
            <a:custGeom>
              <a:avLst/>
              <a:gdLst/>
              <a:ahLst/>
              <a:cxnLst/>
              <a:rect l="l" t="t" r="r" b="b"/>
              <a:pathLst>
                <a:path w="2539" h="4203" extrusionOk="0">
                  <a:moveTo>
                    <a:pt x="2092" y="1"/>
                  </a:moveTo>
                  <a:lnTo>
                    <a:pt x="1" y="2111"/>
                  </a:lnTo>
                  <a:lnTo>
                    <a:pt x="2092" y="4202"/>
                  </a:lnTo>
                  <a:lnTo>
                    <a:pt x="2538" y="3756"/>
                  </a:lnTo>
                  <a:lnTo>
                    <a:pt x="874" y="2111"/>
                  </a:lnTo>
                  <a:lnTo>
                    <a:pt x="2538" y="447"/>
                  </a:lnTo>
                  <a:lnTo>
                    <a:pt x="209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43"/>
            <p:cNvSpPr/>
            <p:nvPr/>
          </p:nvSpPr>
          <p:spPr>
            <a:xfrm>
              <a:off x="2874775" y="846250"/>
              <a:ext cx="63450" cy="105075"/>
            </a:xfrm>
            <a:custGeom>
              <a:avLst/>
              <a:gdLst/>
              <a:ahLst/>
              <a:cxnLst/>
              <a:rect l="l" t="t" r="r" b="b"/>
              <a:pathLst>
                <a:path w="2538" h="4203" extrusionOk="0">
                  <a:moveTo>
                    <a:pt x="2091" y="1"/>
                  </a:moveTo>
                  <a:lnTo>
                    <a:pt x="0" y="2111"/>
                  </a:lnTo>
                  <a:lnTo>
                    <a:pt x="2091" y="4202"/>
                  </a:lnTo>
                  <a:lnTo>
                    <a:pt x="2538" y="3756"/>
                  </a:lnTo>
                  <a:lnTo>
                    <a:pt x="894" y="2111"/>
                  </a:lnTo>
                  <a:lnTo>
                    <a:pt x="2538" y="447"/>
                  </a:lnTo>
                  <a:lnTo>
                    <a:pt x="20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43"/>
            <p:cNvSpPr/>
            <p:nvPr/>
          </p:nvSpPr>
          <p:spPr>
            <a:xfrm>
              <a:off x="2758075" y="846250"/>
              <a:ext cx="63450" cy="105075"/>
            </a:xfrm>
            <a:custGeom>
              <a:avLst/>
              <a:gdLst/>
              <a:ahLst/>
              <a:cxnLst/>
              <a:rect l="l" t="t" r="r" b="b"/>
              <a:pathLst>
                <a:path w="2538" h="4203" extrusionOk="0">
                  <a:moveTo>
                    <a:pt x="2111" y="1"/>
                  </a:moveTo>
                  <a:lnTo>
                    <a:pt x="0" y="2111"/>
                  </a:lnTo>
                  <a:lnTo>
                    <a:pt x="2111" y="4202"/>
                  </a:lnTo>
                  <a:lnTo>
                    <a:pt x="2537" y="3756"/>
                  </a:lnTo>
                  <a:lnTo>
                    <a:pt x="893" y="2111"/>
                  </a:lnTo>
                  <a:lnTo>
                    <a:pt x="2537" y="447"/>
                  </a:lnTo>
                  <a:lnTo>
                    <a:pt x="21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43"/>
            <p:cNvSpPr/>
            <p:nvPr/>
          </p:nvSpPr>
          <p:spPr>
            <a:xfrm>
              <a:off x="2641350" y="846250"/>
              <a:ext cx="63975" cy="105075"/>
            </a:xfrm>
            <a:custGeom>
              <a:avLst/>
              <a:gdLst/>
              <a:ahLst/>
              <a:cxnLst/>
              <a:rect l="l" t="t" r="r" b="b"/>
              <a:pathLst>
                <a:path w="2559" h="4203" extrusionOk="0">
                  <a:moveTo>
                    <a:pt x="2112" y="1"/>
                  </a:moveTo>
                  <a:lnTo>
                    <a:pt x="1" y="2111"/>
                  </a:lnTo>
                  <a:lnTo>
                    <a:pt x="2112" y="4202"/>
                  </a:lnTo>
                  <a:lnTo>
                    <a:pt x="2558" y="3756"/>
                  </a:lnTo>
                  <a:lnTo>
                    <a:pt x="894" y="2111"/>
                  </a:lnTo>
                  <a:lnTo>
                    <a:pt x="2558" y="447"/>
                  </a:lnTo>
                  <a:lnTo>
                    <a:pt x="21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124" name="Picture 4" descr="What is Learning Experience Design? | MadCap Software"/>
          <p:cNvPicPr>
            <a:picLocks noChangeAspect="1" noChangeArrowheads="1"/>
          </p:cNvPicPr>
          <p:nvPr/>
        </p:nvPicPr>
        <p:blipFill rotWithShape="1">
          <a:blip r:embed="rId3">
            <a:extLst>
              <a:ext uri="{28A0092B-C50C-407E-A947-70E740481C1C}">
                <a14:useLocalDpi xmlns:a14="http://schemas.microsoft.com/office/drawing/2010/main" val="0"/>
              </a:ext>
            </a:extLst>
          </a:blip>
          <a:srcRect l="21052" t="6658" r="30410" b="12194"/>
          <a:stretch/>
        </p:blipFill>
        <p:spPr bwMode="auto">
          <a:xfrm>
            <a:off x="5326404" y="1137058"/>
            <a:ext cx="3181007" cy="27810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471007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96">
                                            <p:txEl>
                                              <p:pRg st="0" end="0"/>
                                            </p:txEl>
                                          </p:spTgt>
                                        </p:tgtEl>
                                        <p:attrNameLst>
                                          <p:attrName>style.visibility</p:attrName>
                                        </p:attrNameLst>
                                      </p:cBhvr>
                                      <p:to>
                                        <p:strVal val="visible"/>
                                      </p:to>
                                    </p:set>
                                    <p:animEffect transition="in" filter="fade">
                                      <p:cBhvr>
                                        <p:cTn id="7" dur="100"/>
                                        <p:tgtEl>
                                          <p:spTgt spid="49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96">
                                            <p:txEl>
                                              <p:pRg st="1" end="1"/>
                                            </p:txEl>
                                          </p:spTgt>
                                        </p:tgtEl>
                                        <p:attrNameLst>
                                          <p:attrName>style.visibility</p:attrName>
                                        </p:attrNameLst>
                                      </p:cBhvr>
                                      <p:to>
                                        <p:strVal val="visible"/>
                                      </p:to>
                                    </p:set>
                                    <p:animEffect transition="in" filter="fade">
                                      <p:cBhvr>
                                        <p:cTn id="12" dur="100"/>
                                        <p:tgtEl>
                                          <p:spTgt spid="49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96">
                                            <p:txEl>
                                              <p:pRg st="2" end="2"/>
                                            </p:txEl>
                                          </p:spTgt>
                                        </p:tgtEl>
                                        <p:attrNameLst>
                                          <p:attrName>style.visibility</p:attrName>
                                        </p:attrNameLst>
                                      </p:cBhvr>
                                      <p:to>
                                        <p:strVal val="visible"/>
                                      </p:to>
                                    </p:set>
                                    <p:animEffect transition="in" filter="fade">
                                      <p:cBhvr>
                                        <p:cTn id="17" dur="100"/>
                                        <p:tgtEl>
                                          <p:spTgt spid="49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96">
                                            <p:txEl>
                                              <p:pRg st="3" end="3"/>
                                            </p:txEl>
                                          </p:spTgt>
                                        </p:tgtEl>
                                        <p:attrNameLst>
                                          <p:attrName>style.visibility</p:attrName>
                                        </p:attrNameLst>
                                      </p:cBhvr>
                                      <p:to>
                                        <p:strVal val="visible"/>
                                      </p:to>
                                    </p:set>
                                    <p:animEffect transition="in" filter="fade">
                                      <p:cBhvr>
                                        <p:cTn id="22" dur="100"/>
                                        <p:tgtEl>
                                          <p:spTgt spid="49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46"/>
          <p:cNvSpPr/>
          <p:nvPr/>
        </p:nvSpPr>
        <p:spPr>
          <a:xfrm>
            <a:off x="719500" y="3183825"/>
            <a:ext cx="7704000" cy="1236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46"/>
          <p:cNvSpPr/>
          <p:nvPr/>
        </p:nvSpPr>
        <p:spPr>
          <a:xfrm>
            <a:off x="719500" y="1425146"/>
            <a:ext cx="7704000" cy="1367199"/>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46"/>
          <p:cNvSpPr txBox="1">
            <a:spLocks noGrp="1"/>
          </p:cNvSpPr>
          <p:nvPr>
            <p:ph type="title"/>
          </p:nvPr>
        </p:nvSpPr>
        <p:spPr>
          <a:xfrm>
            <a:off x="538404" y="457093"/>
            <a:ext cx="8066191" cy="572700"/>
          </a:xfrm>
          <a:prstGeom prst="rect">
            <a:avLst/>
          </a:prstGeom>
          <a:ln>
            <a:solidFill>
              <a:srgbClr val="6E79E4"/>
            </a:solidFill>
          </a:ln>
        </p:spPr>
        <p:txBody>
          <a:bodyPr spcFirstLastPara="1" wrap="square" lIns="91425" tIns="91425" rIns="91425" bIns="91425" anchor="ctr" anchorCtr="0">
            <a:noAutofit/>
          </a:bodyPr>
          <a:lstStyle/>
          <a:p>
            <a:pPr marL="0" lvl="0" indent="0" algn="ctr" rtl="0">
              <a:spcBef>
                <a:spcPts val="0"/>
              </a:spcBef>
              <a:spcAft>
                <a:spcPts val="0"/>
              </a:spcAft>
              <a:buNone/>
            </a:pPr>
            <a:r>
              <a:rPr lang="en-US" dirty="0" err="1">
                <a:latin typeface="UTM Andrea" panose="02040603050506020204" pitchFamily="18" charset="0"/>
              </a:rPr>
              <a:t>Ưu</a:t>
            </a:r>
            <a:r>
              <a:rPr lang="en-US" dirty="0">
                <a:latin typeface="UTM Andrea" panose="02040603050506020204" pitchFamily="18" charset="0"/>
              </a:rPr>
              <a:t> </a:t>
            </a:r>
            <a:r>
              <a:rPr lang="en-US" dirty="0" err="1">
                <a:latin typeface="UTM Andrea" panose="02040603050506020204" pitchFamily="18" charset="0"/>
              </a:rPr>
              <a:t>điểm</a:t>
            </a:r>
            <a:r>
              <a:rPr lang="en-US" dirty="0">
                <a:latin typeface="UTM Andrea" panose="02040603050506020204" pitchFamily="18" charset="0"/>
              </a:rPr>
              <a:t> </a:t>
            </a:r>
            <a:r>
              <a:rPr lang="en" dirty="0">
                <a:latin typeface="UTM Andrea" panose="02040603050506020204" pitchFamily="18" charset="0"/>
              </a:rPr>
              <a:t>của thuật toán A*</a:t>
            </a:r>
            <a:endParaRPr dirty="0">
              <a:latin typeface="UTM Andrea" panose="02040603050506020204" pitchFamily="18" charset="0"/>
            </a:endParaRPr>
          </a:p>
        </p:txBody>
      </p:sp>
      <p:sp>
        <p:nvSpPr>
          <p:cNvPr id="553" name="Google Shape;553;p46"/>
          <p:cNvSpPr txBox="1">
            <a:spLocks noGrp="1"/>
          </p:cNvSpPr>
          <p:nvPr>
            <p:ph type="subTitle" idx="1"/>
          </p:nvPr>
        </p:nvSpPr>
        <p:spPr>
          <a:xfrm>
            <a:off x="1122744" y="1780621"/>
            <a:ext cx="2737386" cy="5394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latin typeface="Farsan" panose="00000500000000000000" pitchFamily="2" charset="0"/>
                <a:cs typeface="Farsan" panose="00000500000000000000" pitchFamily="2" charset="0"/>
              </a:rPr>
              <a:t>Tránh mắc kẹt ở </a:t>
            </a:r>
            <a:br>
              <a:rPr lang="en" dirty="0">
                <a:latin typeface="Farsan" panose="00000500000000000000" pitchFamily="2" charset="0"/>
                <a:cs typeface="Farsan" panose="00000500000000000000" pitchFamily="2" charset="0"/>
              </a:rPr>
            </a:br>
            <a:r>
              <a:rPr lang="en" dirty="0">
                <a:latin typeface="Farsan" panose="00000500000000000000" pitchFamily="2" charset="0"/>
                <a:cs typeface="Farsan" panose="00000500000000000000" pitchFamily="2" charset="0"/>
              </a:rPr>
              <a:t>điểm tối ưu cục bộ</a:t>
            </a:r>
            <a:endParaRPr dirty="0">
              <a:latin typeface="Farsan" panose="00000500000000000000" pitchFamily="2" charset="0"/>
              <a:cs typeface="Farsan" panose="00000500000000000000" pitchFamily="2" charset="0"/>
            </a:endParaRPr>
          </a:p>
        </p:txBody>
      </p:sp>
      <p:sp>
        <p:nvSpPr>
          <p:cNvPr id="554" name="Google Shape;554;p46"/>
          <p:cNvSpPr txBox="1">
            <a:spLocks noGrp="1"/>
          </p:cNvSpPr>
          <p:nvPr>
            <p:ph type="subTitle" idx="2"/>
          </p:nvPr>
        </p:nvSpPr>
        <p:spPr>
          <a:xfrm>
            <a:off x="4572050" y="3532125"/>
            <a:ext cx="2752200" cy="539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err="1">
                <a:latin typeface="Farsan" panose="00000500000000000000" pitchFamily="2" charset="0"/>
                <a:cs typeface="Farsan" panose="00000500000000000000" pitchFamily="2" charset="0"/>
              </a:rPr>
              <a:t>Chiến</a:t>
            </a:r>
            <a:r>
              <a:rPr lang="en-US" dirty="0">
                <a:latin typeface="Farsan" panose="00000500000000000000" pitchFamily="2" charset="0"/>
                <a:cs typeface="Farsan" panose="00000500000000000000" pitchFamily="2" charset="0"/>
              </a:rPr>
              <a:t> </a:t>
            </a:r>
            <a:r>
              <a:rPr lang="en-US" dirty="0" err="1">
                <a:latin typeface="Farsan" panose="00000500000000000000" pitchFamily="2" charset="0"/>
                <a:cs typeface="Farsan" panose="00000500000000000000" pitchFamily="2" charset="0"/>
              </a:rPr>
              <a:t>lược</a:t>
            </a:r>
            <a:r>
              <a:rPr lang="en-US" dirty="0">
                <a:latin typeface="Farsan" panose="00000500000000000000" pitchFamily="2" charset="0"/>
                <a:cs typeface="Farsan" panose="00000500000000000000" pitchFamily="2" charset="0"/>
              </a:rPr>
              <a:t> quay </a:t>
            </a:r>
            <a:r>
              <a:rPr lang="en-US" dirty="0" err="1">
                <a:latin typeface="Farsan" panose="00000500000000000000" pitchFamily="2" charset="0"/>
                <a:cs typeface="Farsan" panose="00000500000000000000" pitchFamily="2" charset="0"/>
              </a:rPr>
              <a:t>lại</a:t>
            </a:r>
            <a:endParaRPr dirty="0">
              <a:latin typeface="Farsan" panose="00000500000000000000" pitchFamily="2" charset="0"/>
              <a:cs typeface="Farsan" panose="00000500000000000000" pitchFamily="2" charset="0"/>
            </a:endParaRPr>
          </a:p>
        </p:txBody>
      </p:sp>
      <p:sp>
        <p:nvSpPr>
          <p:cNvPr id="555" name="Google Shape;555;p46"/>
          <p:cNvSpPr txBox="1">
            <a:spLocks noGrp="1"/>
          </p:cNvSpPr>
          <p:nvPr>
            <p:ph type="subTitle" idx="3"/>
          </p:nvPr>
        </p:nvSpPr>
        <p:spPr>
          <a:xfrm>
            <a:off x="3860130" y="1610952"/>
            <a:ext cx="4419599" cy="995700"/>
          </a:xfrm>
          <a:prstGeom prst="rect">
            <a:avLst/>
          </a:prstGeom>
        </p:spPr>
        <p:txBody>
          <a:bodyPr spcFirstLastPara="1" wrap="square" lIns="91425" tIns="91425" rIns="91425" bIns="91425" anchor="ctr" anchorCtr="0">
            <a:noAutofit/>
          </a:bodyPr>
          <a:lstStyle/>
          <a:p>
            <a:pPr marL="0" lvl="0" indent="0" algn="just"/>
            <a:r>
              <a:rPr lang="en-US" sz="1600" dirty="0" err="1"/>
              <a:t>Vì</a:t>
            </a:r>
            <a:r>
              <a:rPr lang="en-US" sz="1600" dirty="0"/>
              <a:t> </a:t>
            </a:r>
            <a:r>
              <a:rPr lang="vi-VN" sz="1600" dirty="0"/>
              <a:t>nó xem xét</a:t>
            </a:r>
            <a:r>
              <a:rPr lang="en-US" sz="1600" dirty="0"/>
              <a:t> </a:t>
            </a:r>
            <a:r>
              <a:rPr lang="en-US" sz="1600" dirty="0" err="1"/>
              <a:t>tất</a:t>
            </a:r>
            <a:r>
              <a:rPr lang="en-US" sz="1600" dirty="0"/>
              <a:t> </a:t>
            </a:r>
            <a:r>
              <a:rPr lang="vi-VN" sz="1600" dirty="0"/>
              <a:t>cả chi phí đã đi qua và ước lượng chi phí còn lại đến đích. Điều này giúp nó tìm ra con đường ngắn nhất đến mục tiêu mà không bị lạc vào các lối đi không có lối thoát.</a:t>
            </a:r>
            <a:endParaRPr sz="1600" dirty="0"/>
          </a:p>
        </p:txBody>
      </p:sp>
      <p:sp>
        <p:nvSpPr>
          <p:cNvPr id="556" name="Google Shape;556;p46"/>
          <p:cNvSpPr txBox="1">
            <a:spLocks noGrp="1"/>
          </p:cNvSpPr>
          <p:nvPr>
            <p:ph type="subTitle" idx="4"/>
          </p:nvPr>
        </p:nvSpPr>
        <p:spPr>
          <a:xfrm>
            <a:off x="778425" y="3303975"/>
            <a:ext cx="3793625" cy="995700"/>
          </a:xfrm>
          <a:prstGeom prst="rect">
            <a:avLst/>
          </a:prstGeom>
        </p:spPr>
        <p:txBody>
          <a:bodyPr spcFirstLastPara="1" wrap="square" lIns="91425" tIns="91425" rIns="91425" bIns="91425" anchor="ctr" anchorCtr="0">
            <a:noAutofit/>
          </a:bodyPr>
          <a:lstStyle/>
          <a:p>
            <a:pPr marL="0" lvl="0" indent="0" algn="just"/>
            <a:r>
              <a:rPr lang="vi-VN" sz="1600" dirty="0"/>
              <a:t>Thuật toán</a:t>
            </a:r>
            <a:r>
              <a:rPr lang="en-US" sz="1600" dirty="0"/>
              <a:t> </a:t>
            </a:r>
            <a:r>
              <a:rPr lang="vi-VN" sz="1600" dirty="0"/>
              <a:t>có khả năng quay lại và xem xét các hướng đi khác khi gặp ngõ cụt hoặc đường đi không tối ưu.</a:t>
            </a:r>
            <a:endParaRPr sz="1600" dirty="0"/>
          </a:p>
        </p:txBody>
      </p:sp>
      <p:grpSp>
        <p:nvGrpSpPr>
          <p:cNvPr id="563" name="Google Shape;563;p46"/>
          <p:cNvGrpSpPr/>
          <p:nvPr/>
        </p:nvGrpSpPr>
        <p:grpSpPr>
          <a:xfrm>
            <a:off x="1302628" y="1777432"/>
            <a:ext cx="609583" cy="548622"/>
            <a:chOff x="6239575" y="4416275"/>
            <a:chExt cx="489625" cy="449175"/>
          </a:xfrm>
        </p:grpSpPr>
        <p:sp>
          <p:nvSpPr>
            <p:cNvPr id="564" name="Google Shape;564;p46"/>
            <p:cNvSpPr/>
            <p:nvPr/>
          </p:nvSpPr>
          <p:spPr>
            <a:xfrm>
              <a:off x="6239575" y="4416275"/>
              <a:ext cx="489625" cy="449175"/>
            </a:xfrm>
            <a:custGeom>
              <a:avLst/>
              <a:gdLst/>
              <a:ahLst/>
              <a:cxnLst/>
              <a:rect l="l" t="t" r="r" b="b"/>
              <a:pathLst>
                <a:path w="19585" h="17967" extrusionOk="0">
                  <a:moveTo>
                    <a:pt x="9792" y="1132"/>
                  </a:moveTo>
                  <a:cubicBezTo>
                    <a:pt x="10374" y="1132"/>
                    <a:pt x="10955" y="1424"/>
                    <a:pt x="11278" y="2009"/>
                  </a:cubicBezTo>
                  <a:lnTo>
                    <a:pt x="18111" y="14313"/>
                  </a:lnTo>
                  <a:cubicBezTo>
                    <a:pt x="18404" y="14838"/>
                    <a:pt x="18395" y="15481"/>
                    <a:pt x="18087" y="15998"/>
                  </a:cubicBezTo>
                  <a:cubicBezTo>
                    <a:pt x="17786" y="16518"/>
                    <a:pt x="17232" y="16834"/>
                    <a:pt x="16634" y="16834"/>
                  </a:cubicBezTo>
                  <a:cubicBezTo>
                    <a:pt x="16631" y="16834"/>
                    <a:pt x="16628" y="16834"/>
                    <a:pt x="16625" y="16834"/>
                  </a:cubicBezTo>
                  <a:lnTo>
                    <a:pt x="2962" y="16834"/>
                  </a:lnTo>
                  <a:cubicBezTo>
                    <a:pt x="1667" y="16834"/>
                    <a:pt x="849" y="15445"/>
                    <a:pt x="1474" y="14313"/>
                  </a:cubicBezTo>
                  <a:lnTo>
                    <a:pt x="8307" y="2009"/>
                  </a:lnTo>
                  <a:cubicBezTo>
                    <a:pt x="8630" y="1424"/>
                    <a:pt x="9211" y="1132"/>
                    <a:pt x="9792" y="1132"/>
                  </a:cubicBezTo>
                  <a:close/>
                  <a:moveTo>
                    <a:pt x="9792" y="1"/>
                  </a:moveTo>
                  <a:cubicBezTo>
                    <a:pt x="8763" y="1"/>
                    <a:pt x="7815" y="559"/>
                    <a:pt x="7317" y="1462"/>
                  </a:cubicBezTo>
                  <a:lnTo>
                    <a:pt x="483" y="13766"/>
                  </a:lnTo>
                  <a:cubicBezTo>
                    <a:pt x="0" y="14642"/>
                    <a:pt x="15" y="15711"/>
                    <a:pt x="523" y="16574"/>
                  </a:cubicBezTo>
                  <a:cubicBezTo>
                    <a:pt x="1033" y="17435"/>
                    <a:pt x="1960" y="17966"/>
                    <a:pt x="2962" y="17966"/>
                  </a:cubicBezTo>
                  <a:lnTo>
                    <a:pt x="16625" y="17966"/>
                  </a:lnTo>
                  <a:cubicBezTo>
                    <a:pt x="17625" y="17966"/>
                    <a:pt x="18555" y="17435"/>
                    <a:pt x="19062" y="16574"/>
                  </a:cubicBezTo>
                  <a:cubicBezTo>
                    <a:pt x="19572" y="15711"/>
                    <a:pt x="19585" y="14642"/>
                    <a:pt x="19101" y="13766"/>
                  </a:cubicBezTo>
                  <a:lnTo>
                    <a:pt x="12271" y="1462"/>
                  </a:lnTo>
                  <a:cubicBezTo>
                    <a:pt x="11770" y="559"/>
                    <a:pt x="10822" y="1"/>
                    <a:pt x="97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65" name="Google Shape;565;p46"/>
            <p:cNvSpPr/>
            <p:nvPr/>
          </p:nvSpPr>
          <p:spPr>
            <a:xfrm>
              <a:off x="6438550" y="4723875"/>
              <a:ext cx="88350" cy="84950"/>
            </a:xfrm>
            <a:custGeom>
              <a:avLst/>
              <a:gdLst/>
              <a:ahLst/>
              <a:cxnLst/>
              <a:rect l="l" t="t" r="r" b="b"/>
              <a:pathLst>
                <a:path w="3534" h="3398" extrusionOk="0">
                  <a:moveTo>
                    <a:pt x="1830" y="1132"/>
                  </a:moveTo>
                  <a:cubicBezTo>
                    <a:pt x="2122" y="1132"/>
                    <a:pt x="2401" y="1358"/>
                    <a:pt x="2401" y="1701"/>
                  </a:cubicBezTo>
                  <a:cubicBezTo>
                    <a:pt x="2401" y="2012"/>
                    <a:pt x="2147" y="2266"/>
                    <a:pt x="1833" y="2266"/>
                  </a:cubicBezTo>
                  <a:cubicBezTo>
                    <a:pt x="1329" y="2266"/>
                    <a:pt x="1076" y="1656"/>
                    <a:pt x="1432" y="1299"/>
                  </a:cubicBezTo>
                  <a:cubicBezTo>
                    <a:pt x="1548" y="1184"/>
                    <a:pt x="1691" y="1132"/>
                    <a:pt x="1830" y="1132"/>
                  </a:cubicBezTo>
                  <a:close/>
                  <a:moveTo>
                    <a:pt x="1833" y="1"/>
                  </a:moveTo>
                  <a:cubicBezTo>
                    <a:pt x="1145" y="1"/>
                    <a:pt x="526" y="415"/>
                    <a:pt x="263" y="1049"/>
                  </a:cubicBezTo>
                  <a:cubicBezTo>
                    <a:pt x="1" y="1683"/>
                    <a:pt x="146" y="2414"/>
                    <a:pt x="632" y="2900"/>
                  </a:cubicBezTo>
                  <a:cubicBezTo>
                    <a:pt x="957" y="3225"/>
                    <a:pt x="1391" y="3397"/>
                    <a:pt x="1833" y="3397"/>
                  </a:cubicBezTo>
                  <a:cubicBezTo>
                    <a:pt x="2052" y="3397"/>
                    <a:pt x="2273" y="3355"/>
                    <a:pt x="2483" y="3268"/>
                  </a:cubicBezTo>
                  <a:cubicBezTo>
                    <a:pt x="3117" y="3005"/>
                    <a:pt x="3533" y="2386"/>
                    <a:pt x="3533" y="1701"/>
                  </a:cubicBezTo>
                  <a:cubicBezTo>
                    <a:pt x="3530" y="762"/>
                    <a:pt x="2772" y="1"/>
                    <a:pt x="18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66" name="Google Shape;566;p46"/>
            <p:cNvSpPr/>
            <p:nvPr/>
          </p:nvSpPr>
          <p:spPr>
            <a:xfrm>
              <a:off x="6441950" y="4497425"/>
              <a:ext cx="84950" cy="198250"/>
            </a:xfrm>
            <a:custGeom>
              <a:avLst/>
              <a:gdLst/>
              <a:ahLst/>
              <a:cxnLst/>
              <a:rect l="l" t="t" r="r" b="b"/>
              <a:pathLst>
                <a:path w="3398" h="7930" extrusionOk="0">
                  <a:moveTo>
                    <a:pt x="1697" y="1133"/>
                  </a:moveTo>
                  <a:cubicBezTo>
                    <a:pt x="2011" y="1133"/>
                    <a:pt x="2265" y="1387"/>
                    <a:pt x="2265" y="1701"/>
                  </a:cubicBezTo>
                  <a:lnTo>
                    <a:pt x="2265" y="6230"/>
                  </a:lnTo>
                  <a:cubicBezTo>
                    <a:pt x="2265" y="6544"/>
                    <a:pt x="2011" y="6797"/>
                    <a:pt x="1697" y="6797"/>
                  </a:cubicBezTo>
                  <a:cubicBezTo>
                    <a:pt x="1383" y="6797"/>
                    <a:pt x="1133" y="6544"/>
                    <a:pt x="1133" y="6230"/>
                  </a:cubicBezTo>
                  <a:lnTo>
                    <a:pt x="1133" y="1701"/>
                  </a:lnTo>
                  <a:cubicBezTo>
                    <a:pt x="1133" y="1387"/>
                    <a:pt x="1383" y="1133"/>
                    <a:pt x="1697" y="1133"/>
                  </a:cubicBezTo>
                  <a:close/>
                  <a:moveTo>
                    <a:pt x="1697" y="1"/>
                  </a:moveTo>
                  <a:cubicBezTo>
                    <a:pt x="758" y="1"/>
                    <a:pt x="1" y="762"/>
                    <a:pt x="1" y="1701"/>
                  </a:cubicBezTo>
                  <a:lnTo>
                    <a:pt x="1" y="6233"/>
                  </a:lnTo>
                  <a:cubicBezTo>
                    <a:pt x="1" y="7169"/>
                    <a:pt x="758" y="7930"/>
                    <a:pt x="1697" y="7930"/>
                  </a:cubicBezTo>
                  <a:cubicBezTo>
                    <a:pt x="2636" y="7930"/>
                    <a:pt x="3397" y="7169"/>
                    <a:pt x="3397" y="6233"/>
                  </a:cubicBezTo>
                  <a:lnTo>
                    <a:pt x="3397" y="1701"/>
                  </a:lnTo>
                  <a:cubicBezTo>
                    <a:pt x="3397" y="762"/>
                    <a:pt x="2636" y="1"/>
                    <a:pt x="16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567" name="Google Shape;567;p46"/>
          <p:cNvSpPr/>
          <p:nvPr/>
        </p:nvSpPr>
        <p:spPr>
          <a:xfrm>
            <a:off x="7399888" y="3465573"/>
            <a:ext cx="401700" cy="401700"/>
          </a:xfrm>
          <a:prstGeom prst="ellipse">
            <a:avLst/>
          </a:prstGeom>
          <a:solidFill>
            <a:srgbClr val="718AC6">
              <a:alpha val="38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46"/>
          <p:cNvSpPr/>
          <p:nvPr/>
        </p:nvSpPr>
        <p:spPr>
          <a:xfrm>
            <a:off x="1412903" y="2009877"/>
            <a:ext cx="401700" cy="401700"/>
          </a:xfrm>
          <a:prstGeom prst="ellipse">
            <a:avLst/>
          </a:prstGeom>
          <a:solidFill>
            <a:srgbClr val="718AC6">
              <a:alpha val="38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9" name="Google Shape;569;p46"/>
          <p:cNvGrpSpPr/>
          <p:nvPr/>
        </p:nvGrpSpPr>
        <p:grpSpPr>
          <a:xfrm>
            <a:off x="240000" y="1333364"/>
            <a:ext cx="3397850" cy="187275"/>
            <a:chOff x="-3237675" y="-1132050"/>
            <a:chExt cx="3397850" cy="187275"/>
          </a:xfrm>
        </p:grpSpPr>
        <p:sp>
          <p:nvSpPr>
            <p:cNvPr id="570" name="Google Shape;570;p46"/>
            <p:cNvSpPr/>
            <p:nvPr/>
          </p:nvSpPr>
          <p:spPr>
            <a:xfrm>
              <a:off x="-378750" y="-1132050"/>
              <a:ext cx="130425" cy="187275"/>
            </a:xfrm>
            <a:custGeom>
              <a:avLst/>
              <a:gdLst/>
              <a:ahLst/>
              <a:cxnLst/>
              <a:rect l="l" t="t" r="r" b="b"/>
              <a:pathLst>
                <a:path w="5217" h="7491" extrusionOk="0">
                  <a:moveTo>
                    <a:pt x="4040" y="0"/>
                  </a:moveTo>
                  <a:lnTo>
                    <a:pt x="0" y="6800"/>
                  </a:lnTo>
                  <a:lnTo>
                    <a:pt x="1157" y="7490"/>
                  </a:lnTo>
                  <a:lnTo>
                    <a:pt x="5217" y="690"/>
                  </a:lnTo>
                  <a:lnTo>
                    <a:pt x="40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46"/>
            <p:cNvSpPr/>
            <p:nvPr/>
          </p:nvSpPr>
          <p:spPr>
            <a:xfrm>
              <a:off x="29725" y="-1132050"/>
              <a:ext cx="130450" cy="187275"/>
            </a:xfrm>
            <a:custGeom>
              <a:avLst/>
              <a:gdLst/>
              <a:ahLst/>
              <a:cxnLst/>
              <a:rect l="l" t="t" r="r" b="b"/>
              <a:pathLst>
                <a:path w="5218" h="7491" extrusionOk="0">
                  <a:moveTo>
                    <a:pt x="4040" y="0"/>
                  </a:moveTo>
                  <a:lnTo>
                    <a:pt x="1" y="6800"/>
                  </a:lnTo>
                  <a:lnTo>
                    <a:pt x="1158" y="7490"/>
                  </a:lnTo>
                  <a:lnTo>
                    <a:pt x="5217" y="690"/>
                  </a:lnTo>
                  <a:lnTo>
                    <a:pt x="40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46"/>
            <p:cNvSpPr/>
            <p:nvPr/>
          </p:nvSpPr>
          <p:spPr>
            <a:xfrm>
              <a:off x="-787250" y="-1132050"/>
              <a:ext cx="130450" cy="187275"/>
            </a:xfrm>
            <a:custGeom>
              <a:avLst/>
              <a:gdLst/>
              <a:ahLst/>
              <a:cxnLst/>
              <a:rect l="l" t="t" r="r" b="b"/>
              <a:pathLst>
                <a:path w="5218" h="7491" extrusionOk="0">
                  <a:moveTo>
                    <a:pt x="4040" y="0"/>
                  </a:moveTo>
                  <a:lnTo>
                    <a:pt x="1" y="6800"/>
                  </a:lnTo>
                  <a:lnTo>
                    <a:pt x="1158" y="7490"/>
                  </a:lnTo>
                  <a:lnTo>
                    <a:pt x="5217" y="690"/>
                  </a:lnTo>
                  <a:lnTo>
                    <a:pt x="40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46"/>
            <p:cNvSpPr/>
            <p:nvPr/>
          </p:nvSpPr>
          <p:spPr>
            <a:xfrm>
              <a:off x="-1195725" y="-1132050"/>
              <a:ext cx="130425" cy="187275"/>
            </a:xfrm>
            <a:custGeom>
              <a:avLst/>
              <a:gdLst/>
              <a:ahLst/>
              <a:cxnLst/>
              <a:rect l="l" t="t" r="r" b="b"/>
              <a:pathLst>
                <a:path w="5217" h="7491" extrusionOk="0">
                  <a:moveTo>
                    <a:pt x="4060" y="0"/>
                  </a:moveTo>
                  <a:lnTo>
                    <a:pt x="0" y="6800"/>
                  </a:lnTo>
                  <a:lnTo>
                    <a:pt x="1157" y="7490"/>
                  </a:lnTo>
                  <a:lnTo>
                    <a:pt x="5217" y="690"/>
                  </a:lnTo>
                  <a:lnTo>
                    <a:pt x="4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46"/>
            <p:cNvSpPr/>
            <p:nvPr/>
          </p:nvSpPr>
          <p:spPr>
            <a:xfrm>
              <a:off x="-1604225" y="-1132050"/>
              <a:ext cx="130450" cy="187275"/>
            </a:xfrm>
            <a:custGeom>
              <a:avLst/>
              <a:gdLst/>
              <a:ahLst/>
              <a:cxnLst/>
              <a:rect l="l" t="t" r="r" b="b"/>
              <a:pathLst>
                <a:path w="5218" h="7491" extrusionOk="0">
                  <a:moveTo>
                    <a:pt x="4060" y="0"/>
                  </a:moveTo>
                  <a:lnTo>
                    <a:pt x="1" y="6800"/>
                  </a:lnTo>
                  <a:lnTo>
                    <a:pt x="1158" y="7490"/>
                  </a:lnTo>
                  <a:lnTo>
                    <a:pt x="5217" y="690"/>
                  </a:lnTo>
                  <a:lnTo>
                    <a:pt x="4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46"/>
            <p:cNvSpPr/>
            <p:nvPr/>
          </p:nvSpPr>
          <p:spPr>
            <a:xfrm>
              <a:off x="-2012725" y="-1132050"/>
              <a:ext cx="130450" cy="187275"/>
            </a:xfrm>
            <a:custGeom>
              <a:avLst/>
              <a:gdLst/>
              <a:ahLst/>
              <a:cxnLst/>
              <a:rect l="l" t="t" r="r" b="b"/>
              <a:pathLst>
                <a:path w="5218" h="7491" extrusionOk="0">
                  <a:moveTo>
                    <a:pt x="4060" y="0"/>
                  </a:moveTo>
                  <a:lnTo>
                    <a:pt x="1" y="6800"/>
                  </a:lnTo>
                  <a:lnTo>
                    <a:pt x="1178" y="7490"/>
                  </a:lnTo>
                  <a:lnTo>
                    <a:pt x="5217" y="690"/>
                  </a:lnTo>
                  <a:lnTo>
                    <a:pt x="4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46"/>
            <p:cNvSpPr/>
            <p:nvPr/>
          </p:nvSpPr>
          <p:spPr>
            <a:xfrm>
              <a:off x="-2421200" y="-1132050"/>
              <a:ext cx="130425" cy="187275"/>
            </a:xfrm>
            <a:custGeom>
              <a:avLst/>
              <a:gdLst/>
              <a:ahLst/>
              <a:cxnLst/>
              <a:rect l="l" t="t" r="r" b="b"/>
              <a:pathLst>
                <a:path w="5217" h="7491" extrusionOk="0">
                  <a:moveTo>
                    <a:pt x="4060" y="0"/>
                  </a:moveTo>
                  <a:lnTo>
                    <a:pt x="0" y="6800"/>
                  </a:lnTo>
                  <a:lnTo>
                    <a:pt x="1178" y="7490"/>
                  </a:lnTo>
                  <a:lnTo>
                    <a:pt x="5217" y="690"/>
                  </a:lnTo>
                  <a:lnTo>
                    <a:pt x="4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46"/>
            <p:cNvSpPr/>
            <p:nvPr/>
          </p:nvSpPr>
          <p:spPr>
            <a:xfrm>
              <a:off x="-2829175" y="-1132050"/>
              <a:ext cx="129925" cy="187275"/>
            </a:xfrm>
            <a:custGeom>
              <a:avLst/>
              <a:gdLst/>
              <a:ahLst/>
              <a:cxnLst/>
              <a:rect l="l" t="t" r="r" b="b"/>
              <a:pathLst>
                <a:path w="5197" h="7491" extrusionOk="0">
                  <a:moveTo>
                    <a:pt x="4039" y="0"/>
                  </a:moveTo>
                  <a:lnTo>
                    <a:pt x="0" y="6800"/>
                  </a:lnTo>
                  <a:lnTo>
                    <a:pt x="1157" y="7490"/>
                  </a:lnTo>
                  <a:lnTo>
                    <a:pt x="5196" y="690"/>
                  </a:lnTo>
                  <a:lnTo>
                    <a:pt x="403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46"/>
            <p:cNvSpPr/>
            <p:nvPr/>
          </p:nvSpPr>
          <p:spPr>
            <a:xfrm>
              <a:off x="-3237675" y="-1132050"/>
              <a:ext cx="129925" cy="187275"/>
            </a:xfrm>
            <a:custGeom>
              <a:avLst/>
              <a:gdLst/>
              <a:ahLst/>
              <a:cxnLst/>
              <a:rect l="l" t="t" r="r" b="b"/>
              <a:pathLst>
                <a:path w="5197" h="7491" extrusionOk="0">
                  <a:moveTo>
                    <a:pt x="4040" y="0"/>
                  </a:moveTo>
                  <a:lnTo>
                    <a:pt x="0" y="6800"/>
                  </a:lnTo>
                  <a:lnTo>
                    <a:pt x="1157" y="7490"/>
                  </a:lnTo>
                  <a:lnTo>
                    <a:pt x="5197" y="690"/>
                  </a:lnTo>
                  <a:lnTo>
                    <a:pt x="40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9" name="Google Shape;579;p46"/>
          <p:cNvGrpSpPr/>
          <p:nvPr/>
        </p:nvGrpSpPr>
        <p:grpSpPr>
          <a:xfrm>
            <a:off x="7670273" y="2912496"/>
            <a:ext cx="2159530" cy="548628"/>
            <a:chOff x="2641350" y="846250"/>
            <a:chExt cx="413600" cy="105075"/>
          </a:xfrm>
        </p:grpSpPr>
        <p:sp>
          <p:nvSpPr>
            <p:cNvPr id="580" name="Google Shape;580;p46"/>
            <p:cNvSpPr/>
            <p:nvPr/>
          </p:nvSpPr>
          <p:spPr>
            <a:xfrm>
              <a:off x="2991475" y="846250"/>
              <a:ext cx="63475" cy="105075"/>
            </a:xfrm>
            <a:custGeom>
              <a:avLst/>
              <a:gdLst/>
              <a:ahLst/>
              <a:cxnLst/>
              <a:rect l="l" t="t" r="r" b="b"/>
              <a:pathLst>
                <a:path w="2539" h="4203" extrusionOk="0">
                  <a:moveTo>
                    <a:pt x="2092" y="1"/>
                  </a:moveTo>
                  <a:lnTo>
                    <a:pt x="1" y="2111"/>
                  </a:lnTo>
                  <a:lnTo>
                    <a:pt x="2092" y="4202"/>
                  </a:lnTo>
                  <a:lnTo>
                    <a:pt x="2538" y="3756"/>
                  </a:lnTo>
                  <a:lnTo>
                    <a:pt x="874" y="2111"/>
                  </a:lnTo>
                  <a:lnTo>
                    <a:pt x="2538" y="447"/>
                  </a:lnTo>
                  <a:lnTo>
                    <a:pt x="209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46"/>
            <p:cNvSpPr/>
            <p:nvPr/>
          </p:nvSpPr>
          <p:spPr>
            <a:xfrm>
              <a:off x="2874775" y="846250"/>
              <a:ext cx="63450" cy="105075"/>
            </a:xfrm>
            <a:custGeom>
              <a:avLst/>
              <a:gdLst/>
              <a:ahLst/>
              <a:cxnLst/>
              <a:rect l="l" t="t" r="r" b="b"/>
              <a:pathLst>
                <a:path w="2538" h="4203" extrusionOk="0">
                  <a:moveTo>
                    <a:pt x="2091" y="1"/>
                  </a:moveTo>
                  <a:lnTo>
                    <a:pt x="0" y="2111"/>
                  </a:lnTo>
                  <a:lnTo>
                    <a:pt x="2091" y="4202"/>
                  </a:lnTo>
                  <a:lnTo>
                    <a:pt x="2538" y="3756"/>
                  </a:lnTo>
                  <a:lnTo>
                    <a:pt x="894" y="2111"/>
                  </a:lnTo>
                  <a:lnTo>
                    <a:pt x="2538" y="447"/>
                  </a:lnTo>
                  <a:lnTo>
                    <a:pt x="20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46"/>
            <p:cNvSpPr/>
            <p:nvPr/>
          </p:nvSpPr>
          <p:spPr>
            <a:xfrm>
              <a:off x="2758075" y="846250"/>
              <a:ext cx="63450" cy="105075"/>
            </a:xfrm>
            <a:custGeom>
              <a:avLst/>
              <a:gdLst/>
              <a:ahLst/>
              <a:cxnLst/>
              <a:rect l="l" t="t" r="r" b="b"/>
              <a:pathLst>
                <a:path w="2538" h="4203" extrusionOk="0">
                  <a:moveTo>
                    <a:pt x="2111" y="1"/>
                  </a:moveTo>
                  <a:lnTo>
                    <a:pt x="0" y="2111"/>
                  </a:lnTo>
                  <a:lnTo>
                    <a:pt x="2111" y="4202"/>
                  </a:lnTo>
                  <a:lnTo>
                    <a:pt x="2537" y="3756"/>
                  </a:lnTo>
                  <a:lnTo>
                    <a:pt x="893" y="2111"/>
                  </a:lnTo>
                  <a:lnTo>
                    <a:pt x="2537" y="447"/>
                  </a:lnTo>
                  <a:lnTo>
                    <a:pt x="21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46"/>
            <p:cNvSpPr/>
            <p:nvPr/>
          </p:nvSpPr>
          <p:spPr>
            <a:xfrm>
              <a:off x="2641350" y="846250"/>
              <a:ext cx="63975" cy="105075"/>
            </a:xfrm>
            <a:custGeom>
              <a:avLst/>
              <a:gdLst/>
              <a:ahLst/>
              <a:cxnLst/>
              <a:rect l="l" t="t" r="r" b="b"/>
              <a:pathLst>
                <a:path w="2559" h="4203" extrusionOk="0">
                  <a:moveTo>
                    <a:pt x="2112" y="1"/>
                  </a:moveTo>
                  <a:lnTo>
                    <a:pt x="1" y="2111"/>
                  </a:lnTo>
                  <a:lnTo>
                    <a:pt x="2112" y="4202"/>
                  </a:lnTo>
                  <a:lnTo>
                    <a:pt x="2558" y="3756"/>
                  </a:lnTo>
                  <a:lnTo>
                    <a:pt x="894" y="2111"/>
                  </a:lnTo>
                  <a:lnTo>
                    <a:pt x="2558" y="447"/>
                  </a:lnTo>
                  <a:lnTo>
                    <a:pt x="21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 name="Google Shape;557;p46"/>
          <p:cNvGrpSpPr/>
          <p:nvPr/>
        </p:nvGrpSpPr>
        <p:grpSpPr>
          <a:xfrm>
            <a:off x="7327516" y="3527511"/>
            <a:ext cx="493766" cy="548627"/>
            <a:chOff x="3299850" y="238575"/>
            <a:chExt cx="427725" cy="482225"/>
          </a:xfrm>
        </p:grpSpPr>
        <p:sp>
          <p:nvSpPr>
            <p:cNvPr id="32" name="Google Shape;558;p46"/>
            <p:cNvSpPr/>
            <p:nvPr/>
          </p:nvSpPr>
          <p:spPr>
            <a:xfrm>
              <a:off x="3299850" y="323500"/>
              <a:ext cx="427725" cy="397300"/>
            </a:xfrm>
            <a:custGeom>
              <a:avLst/>
              <a:gdLst/>
              <a:ahLst/>
              <a:cxnLst/>
              <a:rect l="l" t="t" r="r" b="b"/>
              <a:pathLst>
                <a:path w="17109" h="15892" extrusionOk="0">
                  <a:moveTo>
                    <a:pt x="3397" y="6794"/>
                  </a:moveTo>
                  <a:lnTo>
                    <a:pt x="3397" y="14759"/>
                  </a:lnTo>
                  <a:lnTo>
                    <a:pt x="1132" y="14759"/>
                  </a:lnTo>
                  <a:lnTo>
                    <a:pt x="1132" y="6794"/>
                  </a:lnTo>
                  <a:close/>
                  <a:moveTo>
                    <a:pt x="9034" y="1132"/>
                  </a:moveTo>
                  <a:cubicBezTo>
                    <a:pt x="9683" y="1175"/>
                    <a:pt x="10191" y="1712"/>
                    <a:pt x="10191" y="2364"/>
                  </a:cubicBezTo>
                  <a:cubicBezTo>
                    <a:pt x="10191" y="3346"/>
                    <a:pt x="9774" y="5275"/>
                    <a:pt x="9221" y="5828"/>
                  </a:cubicBezTo>
                  <a:cubicBezTo>
                    <a:pt x="8865" y="6184"/>
                    <a:pt x="9119" y="6794"/>
                    <a:pt x="9623" y="6794"/>
                  </a:cubicBezTo>
                  <a:lnTo>
                    <a:pt x="15285" y="6794"/>
                  </a:lnTo>
                  <a:cubicBezTo>
                    <a:pt x="15599" y="6794"/>
                    <a:pt x="15849" y="7047"/>
                    <a:pt x="15849" y="7361"/>
                  </a:cubicBezTo>
                  <a:cubicBezTo>
                    <a:pt x="15849" y="7672"/>
                    <a:pt x="15599" y="7926"/>
                    <a:pt x="15285" y="7926"/>
                  </a:cubicBezTo>
                  <a:lnTo>
                    <a:pt x="11888" y="7926"/>
                  </a:lnTo>
                  <a:cubicBezTo>
                    <a:pt x="11574" y="7926"/>
                    <a:pt x="11323" y="8180"/>
                    <a:pt x="11323" y="8494"/>
                  </a:cubicBezTo>
                  <a:cubicBezTo>
                    <a:pt x="11323" y="8805"/>
                    <a:pt x="11574" y="9058"/>
                    <a:pt x="11888" y="9058"/>
                  </a:cubicBezTo>
                  <a:lnTo>
                    <a:pt x="15285" y="9058"/>
                  </a:lnTo>
                  <a:cubicBezTo>
                    <a:pt x="15586" y="9058"/>
                    <a:pt x="15852" y="9342"/>
                    <a:pt x="15852" y="9662"/>
                  </a:cubicBezTo>
                  <a:cubicBezTo>
                    <a:pt x="15852" y="9976"/>
                    <a:pt x="15599" y="10230"/>
                    <a:pt x="15285" y="10230"/>
                  </a:cubicBezTo>
                  <a:lnTo>
                    <a:pt x="11888" y="10230"/>
                  </a:lnTo>
                  <a:cubicBezTo>
                    <a:pt x="11574" y="10230"/>
                    <a:pt x="11323" y="10484"/>
                    <a:pt x="11323" y="10795"/>
                  </a:cubicBezTo>
                  <a:cubicBezTo>
                    <a:pt x="11323" y="11109"/>
                    <a:pt x="11574" y="11362"/>
                    <a:pt x="11888" y="11362"/>
                  </a:cubicBezTo>
                  <a:lnTo>
                    <a:pt x="14152" y="11362"/>
                  </a:lnTo>
                  <a:cubicBezTo>
                    <a:pt x="14466" y="11362"/>
                    <a:pt x="14717" y="11616"/>
                    <a:pt x="14717" y="11927"/>
                  </a:cubicBezTo>
                  <a:cubicBezTo>
                    <a:pt x="14717" y="12241"/>
                    <a:pt x="14466" y="12494"/>
                    <a:pt x="14152" y="12494"/>
                  </a:cubicBezTo>
                  <a:lnTo>
                    <a:pt x="11888" y="12494"/>
                  </a:lnTo>
                  <a:cubicBezTo>
                    <a:pt x="11574" y="12494"/>
                    <a:pt x="11323" y="12748"/>
                    <a:pt x="11323" y="13059"/>
                  </a:cubicBezTo>
                  <a:cubicBezTo>
                    <a:pt x="11323" y="13373"/>
                    <a:pt x="11574" y="13627"/>
                    <a:pt x="11888" y="13627"/>
                  </a:cubicBezTo>
                  <a:lnTo>
                    <a:pt x="13020" y="13627"/>
                  </a:lnTo>
                  <a:cubicBezTo>
                    <a:pt x="13334" y="13627"/>
                    <a:pt x="13585" y="13880"/>
                    <a:pt x="13585" y="14191"/>
                  </a:cubicBezTo>
                  <a:cubicBezTo>
                    <a:pt x="13585" y="14505"/>
                    <a:pt x="13334" y="14759"/>
                    <a:pt x="13020" y="14759"/>
                  </a:cubicBezTo>
                  <a:lnTo>
                    <a:pt x="9197" y="14759"/>
                  </a:lnTo>
                  <a:cubicBezTo>
                    <a:pt x="8041" y="14759"/>
                    <a:pt x="6890" y="14572"/>
                    <a:pt x="5794" y="14207"/>
                  </a:cubicBezTo>
                  <a:lnTo>
                    <a:pt x="4529" y="13784"/>
                  </a:lnTo>
                  <a:lnTo>
                    <a:pt x="4529" y="7712"/>
                  </a:lnTo>
                  <a:lnTo>
                    <a:pt x="5686" y="7132"/>
                  </a:lnTo>
                  <a:cubicBezTo>
                    <a:pt x="6265" y="6842"/>
                    <a:pt x="6797" y="6459"/>
                    <a:pt x="7253" y="6003"/>
                  </a:cubicBezTo>
                  <a:lnTo>
                    <a:pt x="7289" y="5963"/>
                  </a:lnTo>
                  <a:cubicBezTo>
                    <a:pt x="8352" y="4901"/>
                    <a:pt x="8917" y="2654"/>
                    <a:pt x="9034" y="1132"/>
                  </a:cubicBezTo>
                  <a:close/>
                  <a:moveTo>
                    <a:pt x="8491" y="0"/>
                  </a:moveTo>
                  <a:cubicBezTo>
                    <a:pt x="8177" y="0"/>
                    <a:pt x="7926" y="254"/>
                    <a:pt x="7926" y="568"/>
                  </a:cubicBezTo>
                  <a:cubicBezTo>
                    <a:pt x="7926" y="1887"/>
                    <a:pt x="7380" y="4276"/>
                    <a:pt x="6492" y="5166"/>
                  </a:cubicBezTo>
                  <a:lnTo>
                    <a:pt x="6456" y="5203"/>
                  </a:lnTo>
                  <a:cubicBezTo>
                    <a:pt x="6081" y="5574"/>
                    <a:pt x="5652" y="5885"/>
                    <a:pt x="5181" y="6120"/>
                  </a:cubicBezTo>
                  <a:lnTo>
                    <a:pt x="4529" y="6444"/>
                  </a:lnTo>
                  <a:lnTo>
                    <a:pt x="4529" y="6229"/>
                  </a:lnTo>
                  <a:cubicBezTo>
                    <a:pt x="4529" y="5915"/>
                    <a:pt x="4276" y="5661"/>
                    <a:pt x="3962" y="5661"/>
                  </a:cubicBezTo>
                  <a:lnTo>
                    <a:pt x="565" y="5661"/>
                  </a:lnTo>
                  <a:cubicBezTo>
                    <a:pt x="251" y="5661"/>
                    <a:pt x="0" y="5915"/>
                    <a:pt x="0" y="6229"/>
                  </a:cubicBezTo>
                  <a:lnTo>
                    <a:pt x="0" y="15324"/>
                  </a:lnTo>
                  <a:cubicBezTo>
                    <a:pt x="0" y="15638"/>
                    <a:pt x="251" y="15891"/>
                    <a:pt x="565" y="15891"/>
                  </a:cubicBezTo>
                  <a:lnTo>
                    <a:pt x="3962" y="15891"/>
                  </a:lnTo>
                  <a:cubicBezTo>
                    <a:pt x="4276" y="15891"/>
                    <a:pt x="4529" y="15638"/>
                    <a:pt x="4529" y="15324"/>
                  </a:cubicBezTo>
                  <a:lnTo>
                    <a:pt x="4529" y="14976"/>
                  </a:lnTo>
                  <a:lnTo>
                    <a:pt x="5435" y="15278"/>
                  </a:lnTo>
                  <a:cubicBezTo>
                    <a:pt x="6649" y="15683"/>
                    <a:pt x="7917" y="15888"/>
                    <a:pt x="9197" y="15888"/>
                  </a:cubicBezTo>
                  <a:lnTo>
                    <a:pt x="13020" y="15888"/>
                  </a:lnTo>
                  <a:cubicBezTo>
                    <a:pt x="14219" y="15888"/>
                    <a:pt x="15040" y="14681"/>
                    <a:pt x="14599" y="13566"/>
                  </a:cubicBezTo>
                  <a:cubicBezTo>
                    <a:pt x="15577" y="13298"/>
                    <a:pt x="16106" y="12241"/>
                    <a:pt x="15731" y="11302"/>
                  </a:cubicBezTo>
                  <a:cubicBezTo>
                    <a:pt x="16468" y="11100"/>
                    <a:pt x="16981" y="10429"/>
                    <a:pt x="16984" y="9662"/>
                  </a:cubicBezTo>
                  <a:cubicBezTo>
                    <a:pt x="16981" y="9233"/>
                    <a:pt x="16824" y="8823"/>
                    <a:pt x="16541" y="8503"/>
                  </a:cubicBezTo>
                  <a:cubicBezTo>
                    <a:pt x="16994" y="8005"/>
                    <a:pt x="17108" y="7289"/>
                    <a:pt x="16837" y="6673"/>
                  </a:cubicBezTo>
                  <a:cubicBezTo>
                    <a:pt x="16565" y="6060"/>
                    <a:pt x="15958" y="5661"/>
                    <a:pt x="15285" y="5661"/>
                  </a:cubicBezTo>
                  <a:lnTo>
                    <a:pt x="10635" y="5661"/>
                  </a:lnTo>
                  <a:cubicBezTo>
                    <a:pt x="11109" y="4577"/>
                    <a:pt x="11323" y="3104"/>
                    <a:pt x="11323" y="2364"/>
                  </a:cubicBezTo>
                  <a:cubicBezTo>
                    <a:pt x="11320" y="1060"/>
                    <a:pt x="10263" y="3"/>
                    <a:pt x="89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3" name="Google Shape;559;p46"/>
            <p:cNvSpPr/>
            <p:nvPr/>
          </p:nvSpPr>
          <p:spPr>
            <a:xfrm>
              <a:off x="3467650" y="238575"/>
              <a:ext cx="46525" cy="56650"/>
            </a:xfrm>
            <a:custGeom>
              <a:avLst/>
              <a:gdLst/>
              <a:ahLst/>
              <a:cxnLst/>
              <a:rect l="l" t="t" r="r" b="b"/>
              <a:pathLst>
                <a:path w="1861" h="2266" extrusionOk="0">
                  <a:moveTo>
                    <a:pt x="646" y="1"/>
                  </a:moveTo>
                  <a:cubicBezTo>
                    <a:pt x="561" y="1"/>
                    <a:pt x="475" y="20"/>
                    <a:pt x="393" y="61"/>
                  </a:cubicBezTo>
                  <a:cubicBezTo>
                    <a:pt x="112" y="199"/>
                    <a:pt x="0" y="541"/>
                    <a:pt x="139" y="821"/>
                  </a:cubicBezTo>
                  <a:lnTo>
                    <a:pt x="707" y="1954"/>
                  </a:lnTo>
                  <a:cubicBezTo>
                    <a:pt x="805" y="2150"/>
                    <a:pt x="1005" y="2265"/>
                    <a:pt x="1212" y="2265"/>
                  </a:cubicBezTo>
                  <a:cubicBezTo>
                    <a:pt x="1297" y="2265"/>
                    <a:pt x="1384" y="2246"/>
                    <a:pt x="1465" y="2204"/>
                  </a:cubicBezTo>
                  <a:cubicBezTo>
                    <a:pt x="1746" y="2065"/>
                    <a:pt x="1860" y="1727"/>
                    <a:pt x="1718" y="1446"/>
                  </a:cubicBezTo>
                  <a:lnTo>
                    <a:pt x="1154" y="314"/>
                  </a:lnTo>
                  <a:cubicBezTo>
                    <a:pt x="1053" y="115"/>
                    <a:pt x="854" y="1"/>
                    <a:pt x="64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4" name="Google Shape;560;p46"/>
            <p:cNvSpPr/>
            <p:nvPr/>
          </p:nvSpPr>
          <p:spPr>
            <a:xfrm>
              <a:off x="3566675" y="238575"/>
              <a:ext cx="46525" cy="56675"/>
            </a:xfrm>
            <a:custGeom>
              <a:avLst/>
              <a:gdLst/>
              <a:ahLst/>
              <a:cxnLst/>
              <a:rect l="l" t="t" r="r" b="b"/>
              <a:pathLst>
                <a:path w="1861" h="2267" extrusionOk="0">
                  <a:moveTo>
                    <a:pt x="1215" y="1"/>
                  </a:moveTo>
                  <a:cubicBezTo>
                    <a:pt x="1007" y="1"/>
                    <a:pt x="808" y="115"/>
                    <a:pt x="707" y="314"/>
                  </a:cubicBezTo>
                  <a:lnTo>
                    <a:pt x="143" y="1446"/>
                  </a:lnTo>
                  <a:cubicBezTo>
                    <a:pt x="1" y="1727"/>
                    <a:pt x="116" y="2065"/>
                    <a:pt x="396" y="2207"/>
                  </a:cubicBezTo>
                  <a:cubicBezTo>
                    <a:pt x="477" y="2247"/>
                    <a:pt x="562" y="2266"/>
                    <a:pt x="646" y="2266"/>
                  </a:cubicBezTo>
                  <a:cubicBezTo>
                    <a:pt x="854" y="2266"/>
                    <a:pt x="1055" y="2151"/>
                    <a:pt x="1154" y="1954"/>
                  </a:cubicBezTo>
                  <a:lnTo>
                    <a:pt x="1722" y="821"/>
                  </a:lnTo>
                  <a:cubicBezTo>
                    <a:pt x="1861" y="541"/>
                    <a:pt x="1749" y="199"/>
                    <a:pt x="1468" y="61"/>
                  </a:cubicBezTo>
                  <a:cubicBezTo>
                    <a:pt x="1387" y="20"/>
                    <a:pt x="1300" y="1"/>
                    <a:pt x="12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5" name="Google Shape;561;p46"/>
            <p:cNvSpPr/>
            <p:nvPr/>
          </p:nvSpPr>
          <p:spPr>
            <a:xfrm>
              <a:off x="3611225" y="323500"/>
              <a:ext cx="56550" cy="28325"/>
            </a:xfrm>
            <a:custGeom>
              <a:avLst/>
              <a:gdLst/>
              <a:ahLst/>
              <a:cxnLst/>
              <a:rect l="l" t="t" r="r" b="b"/>
              <a:pathLst>
                <a:path w="2262" h="1133" extrusionOk="0">
                  <a:moveTo>
                    <a:pt x="565" y="0"/>
                  </a:moveTo>
                  <a:cubicBezTo>
                    <a:pt x="251" y="0"/>
                    <a:pt x="0" y="254"/>
                    <a:pt x="0" y="568"/>
                  </a:cubicBezTo>
                  <a:cubicBezTo>
                    <a:pt x="0" y="879"/>
                    <a:pt x="251" y="1132"/>
                    <a:pt x="565" y="1132"/>
                  </a:cubicBezTo>
                  <a:lnTo>
                    <a:pt x="1697" y="1132"/>
                  </a:lnTo>
                  <a:cubicBezTo>
                    <a:pt x="2011" y="1132"/>
                    <a:pt x="2262" y="879"/>
                    <a:pt x="2262" y="568"/>
                  </a:cubicBezTo>
                  <a:cubicBezTo>
                    <a:pt x="2262" y="254"/>
                    <a:pt x="2011" y="0"/>
                    <a:pt x="16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6" name="Google Shape;562;p46"/>
            <p:cNvSpPr/>
            <p:nvPr/>
          </p:nvSpPr>
          <p:spPr>
            <a:xfrm>
              <a:off x="3413075" y="323500"/>
              <a:ext cx="56550" cy="28325"/>
            </a:xfrm>
            <a:custGeom>
              <a:avLst/>
              <a:gdLst/>
              <a:ahLst/>
              <a:cxnLst/>
              <a:rect l="l" t="t" r="r" b="b"/>
              <a:pathLst>
                <a:path w="2262" h="1133" extrusionOk="0">
                  <a:moveTo>
                    <a:pt x="565" y="0"/>
                  </a:moveTo>
                  <a:cubicBezTo>
                    <a:pt x="251" y="0"/>
                    <a:pt x="0" y="254"/>
                    <a:pt x="0" y="568"/>
                  </a:cubicBezTo>
                  <a:cubicBezTo>
                    <a:pt x="0" y="879"/>
                    <a:pt x="251" y="1132"/>
                    <a:pt x="565" y="1132"/>
                  </a:cubicBezTo>
                  <a:lnTo>
                    <a:pt x="1697" y="1132"/>
                  </a:lnTo>
                  <a:cubicBezTo>
                    <a:pt x="2011" y="1132"/>
                    <a:pt x="2262" y="879"/>
                    <a:pt x="2262" y="568"/>
                  </a:cubicBezTo>
                  <a:cubicBezTo>
                    <a:pt x="2262" y="254"/>
                    <a:pt x="2011" y="0"/>
                    <a:pt x="16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Tree>
    <p:extLst>
      <p:ext uri="{BB962C8B-B14F-4D97-AF65-F5344CB8AC3E}">
        <p14:creationId xmlns:p14="http://schemas.microsoft.com/office/powerpoint/2010/main" val="212347843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68"/>
                                        </p:tgtEl>
                                        <p:attrNameLst>
                                          <p:attrName>style.visibility</p:attrName>
                                        </p:attrNameLst>
                                      </p:cBhvr>
                                      <p:to>
                                        <p:strVal val="visible"/>
                                      </p:to>
                                    </p:set>
                                    <p:animEffect transition="in" filter="fade">
                                      <p:cBhvr>
                                        <p:cTn id="7" dur="100"/>
                                        <p:tgtEl>
                                          <p:spTgt spid="568"/>
                                        </p:tgtEl>
                                      </p:cBhvr>
                                    </p:animEffect>
                                  </p:childTnLst>
                                </p:cTn>
                              </p:par>
                              <p:par>
                                <p:cTn id="8" presetID="10" presetClass="entr" presetSubtype="0" fill="hold" nodeType="withEffect">
                                  <p:stCondLst>
                                    <p:cond delay="0"/>
                                  </p:stCondLst>
                                  <p:childTnLst>
                                    <p:set>
                                      <p:cBhvr>
                                        <p:cTn id="9" dur="1" fill="hold">
                                          <p:stCondLst>
                                            <p:cond delay="0"/>
                                          </p:stCondLst>
                                        </p:cTn>
                                        <p:tgtEl>
                                          <p:spTgt spid="563"/>
                                        </p:tgtEl>
                                        <p:attrNameLst>
                                          <p:attrName>style.visibility</p:attrName>
                                        </p:attrNameLst>
                                      </p:cBhvr>
                                      <p:to>
                                        <p:strVal val="visible"/>
                                      </p:to>
                                    </p:set>
                                    <p:animEffect transition="in" filter="fade">
                                      <p:cBhvr>
                                        <p:cTn id="10" dur="100"/>
                                        <p:tgtEl>
                                          <p:spTgt spid="56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53">
                                            <p:txEl>
                                              <p:pRg st="0" end="0"/>
                                            </p:txEl>
                                          </p:spTgt>
                                        </p:tgtEl>
                                        <p:attrNameLst>
                                          <p:attrName>style.visibility</p:attrName>
                                        </p:attrNameLst>
                                      </p:cBhvr>
                                      <p:to>
                                        <p:strVal val="visible"/>
                                      </p:to>
                                    </p:set>
                                    <p:animEffect transition="in" filter="fade">
                                      <p:cBhvr>
                                        <p:cTn id="13" dur="100"/>
                                        <p:tgtEl>
                                          <p:spTgt spid="553">
                                            <p:txEl>
                                              <p:pRg st="0" end="0"/>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55">
                                            <p:txEl>
                                              <p:pRg st="0" end="0"/>
                                            </p:txEl>
                                          </p:spTgt>
                                        </p:tgtEl>
                                        <p:attrNameLst>
                                          <p:attrName>style.visibility</p:attrName>
                                        </p:attrNameLst>
                                      </p:cBhvr>
                                      <p:to>
                                        <p:strVal val="visible"/>
                                      </p:to>
                                    </p:set>
                                    <p:animEffect transition="in" filter="fade">
                                      <p:cBhvr>
                                        <p:cTn id="16" dur="100"/>
                                        <p:tgtEl>
                                          <p:spTgt spid="555">
                                            <p:txEl>
                                              <p:pRg st="0" end="0"/>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51"/>
                                        </p:tgtEl>
                                        <p:attrNameLst>
                                          <p:attrName>style.visibility</p:attrName>
                                        </p:attrNameLst>
                                      </p:cBhvr>
                                      <p:to>
                                        <p:strVal val="visible"/>
                                      </p:to>
                                    </p:set>
                                    <p:animEffect transition="in" filter="fade">
                                      <p:cBhvr>
                                        <p:cTn id="19" dur="100"/>
                                        <p:tgtEl>
                                          <p:spTgt spid="55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567"/>
                                        </p:tgtEl>
                                        <p:attrNameLst>
                                          <p:attrName>style.visibility</p:attrName>
                                        </p:attrNameLst>
                                      </p:cBhvr>
                                      <p:to>
                                        <p:strVal val="visible"/>
                                      </p:to>
                                    </p:set>
                                    <p:animEffect transition="in" filter="fade">
                                      <p:cBhvr>
                                        <p:cTn id="24" dur="100"/>
                                        <p:tgtEl>
                                          <p:spTgt spid="56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54">
                                            <p:txEl>
                                              <p:pRg st="0" end="0"/>
                                            </p:txEl>
                                          </p:spTgt>
                                        </p:tgtEl>
                                        <p:attrNameLst>
                                          <p:attrName>style.visibility</p:attrName>
                                        </p:attrNameLst>
                                      </p:cBhvr>
                                      <p:to>
                                        <p:strVal val="visible"/>
                                      </p:to>
                                    </p:set>
                                    <p:animEffect transition="in" filter="fade">
                                      <p:cBhvr>
                                        <p:cTn id="27" dur="100"/>
                                        <p:tgtEl>
                                          <p:spTgt spid="554">
                                            <p:txEl>
                                              <p:pRg st="0" end="0"/>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56">
                                            <p:txEl>
                                              <p:pRg st="0" end="0"/>
                                            </p:txEl>
                                          </p:spTgt>
                                        </p:tgtEl>
                                        <p:attrNameLst>
                                          <p:attrName>style.visibility</p:attrName>
                                        </p:attrNameLst>
                                      </p:cBhvr>
                                      <p:to>
                                        <p:strVal val="visible"/>
                                      </p:to>
                                    </p:set>
                                    <p:animEffect transition="in" filter="fade">
                                      <p:cBhvr>
                                        <p:cTn id="30" dur="100"/>
                                        <p:tgtEl>
                                          <p:spTgt spid="556">
                                            <p:txEl>
                                              <p:pRg st="0" end="0"/>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550"/>
                                        </p:tgtEl>
                                        <p:attrNameLst>
                                          <p:attrName>style.visibility</p:attrName>
                                        </p:attrNameLst>
                                      </p:cBhvr>
                                      <p:to>
                                        <p:strVal val="visible"/>
                                      </p:to>
                                    </p:set>
                                    <p:animEffect transition="in" filter="fade">
                                      <p:cBhvr>
                                        <p:cTn id="33" dur="100"/>
                                        <p:tgtEl>
                                          <p:spTgt spid="550"/>
                                        </p:tgtEl>
                                      </p:cBhvr>
                                    </p:animEffect>
                                  </p:childTnLst>
                                </p:cTn>
                              </p:par>
                              <p:par>
                                <p:cTn id="34" presetID="10" presetClass="entr" presetSubtype="0" fill="hold" nodeType="withEffect">
                                  <p:stCondLst>
                                    <p:cond delay="0"/>
                                  </p:stCondLst>
                                  <p:childTnLst>
                                    <p:set>
                                      <p:cBhvr>
                                        <p:cTn id="35" dur="1" fill="hold">
                                          <p:stCondLst>
                                            <p:cond delay="0"/>
                                          </p:stCondLst>
                                        </p:cTn>
                                        <p:tgtEl>
                                          <p:spTgt spid="31"/>
                                        </p:tgtEl>
                                        <p:attrNameLst>
                                          <p:attrName>style.visibility</p:attrName>
                                        </p:attrNameLst>
                                      </p:cBhvr>
                                      <p:to>
                                        <p:strVal val="visible"/>
                                      </p:to>
                                    </p:set>
                                    <p:animEffect transition="in" filter="fade">
                                      <p:cBhvr>
                                        <p:cTn id="36" dur="1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0" grpId="0" animBg="1"/>
      <p:bldP spid="551" grpId="0" animBg="1"/>
      <p:bldP spid="553" grpId="0" build="p"/>
      <p:bldP spid="554" grpId="0" build="p"/>
      <p:bldP spid="555" grpId="0" build="p"/>
      <p:bldP spid="556" grpId="0" build="p"/>
      <p:bldP spid="567" grpId="0" animBg="1"/>
      <p:bldP spid="56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38"/>
        <p:cNvGrpSpPr/>
        <p:nvPr/>
      </p:nvGrpSpPr>
      <p:grpSpPr>
        <a:xfrm>
          <a:off x="0" y="0"/>
          <a:ext cx="0" cy="0"/>
          <a:chOff x="0" y="0"/>
          <a:chExt cx="0" cy="0"/>
        </a:xfrm>
      </p:grpSpPr>
      <p:sp>
        <p:nvSpPr>
          <p:cNvPr id="1439" name="Google Shape;1439;p69"/>
          <p:cNvSpPr txBox="1">
            <a:spLocks noGrp="1"/>
          </p:cNvSpPr>
          <p:nvPr>
            <p:ph type="title"/>
          </p:nvPr>
        </p:nvSpPr>
        <p:spPr>
          <a:xfrm>
            <a:off x="1350320" y="1438938"/>
            <a:ext cx="6443310" cy="531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900" dirty="0">
                <a:latin typeface="UTM Andrea" panose="02040603050506020204" pitchFamily="18" charset="0"/>
              </a:rPr>
              <a:t>Ứng dụng trong trò chơi</a:t>
            </a:r>
            <a:endParaRPr sz="3900" dirty="0">
              <a:latin typeface="UTM Andrea" panose="02040603050506020204" pitchFamily="18" charset="0"/>
            </a:endParaRPr>
          </a:p>
        </p:txBody>
      </p:sp>
      <p:sp>
        <p:nvSpPr>
          <p:cNvPr id="1440" name="Google Shape;1440;p69"/>
          <p:cNvSpPr txBox="1">
            <a:spLocks noGrp="1"/>
          </p:cNvSpPr>
          <p:nvPr>
            <p:ph type="subTitle" idx="1"/>
          </p:nvPr>
        </p:nvSpPr>
        <p:spPr>
          <a:xfrm>
            <a:off x="1404222" y="1405345"/>
            <a:ext cx="6335505" cy="3031475"/>
          </a:xfrm>
          <a:prstGeom prst="rect">
            <a:avLst/>
          </a:prstGeom>
        </p:spPr>
        <p:txBody>
          <a:bodyPr spcFirstLastPara="1" wrap="square" lIns="91425" tIns="91425" rIns="91425" bIns="91425" anchor="ctr" anchorCtr="0">
            <a:noAutofit/>
          </a:bodyPr>
          <a:lstStyle/>
          <a:p>
            <a:pPr marL="0" lvl="0" indent="0"/>
            <a:r>
              <a:rPr lang="en-US" sz="2000" dirty="0"/>
              <a:t>N</a:t>
            </a:r>
            <a:r>
              <a:rPr lang="vi-VN" sz="2000" dirty="0"/>
              <a:t>ếu người chơi gặp khó khăn trong việc tìm lối thoát, họ có thể kích hoạt tính năng </a:t>
            </a:r>
            <a:r>
              <a:rPr lang="vi-VN" sz="2000" b="1" dirty="0"/>
              <a:t>gợi ý </a:t>
            </a:r>
            <a:r>
              <a:rPr lang="en-US" sz="2000" b="1" dirty="0" err="1"/>
              <a:t>tìm</a:t>
            </a:r>
            <a:r>
              <a:rPr lang="en-US" sz="2000" b="1" dirty="0"/>
              <a:t> </a:t>
            </a:r>
            <a:r>
              <a:rPr lang="en-US" sz="2000" b="1" dirty="0" err="1"/>
              <a:t>đường</a:t>
            </a:r>
            <a:r>
              <a:rPr lang="vi-VN" sz="2000" dirty="0"/>
              <a:t>. Tính năng này sẽ gợi ý con đường khả thi nhất để tiến gần đến đích, nhưng không đảm bảo luôn đưa ra lối đi chính xác.</a:t>
            </a:r>
            <a:endParaRPr sz="2000" dirty="0"/>
          </a:p>
        </p:txBody>
      </p:sp>
      <p:grpSp>
        <p:nvGrpSpPr>
          <p:cNvPr id="1441" name="Google Shape;1441;p69"/>
          <p:cNvGrpSpPr/>
          <p:nvPr/>
        </p:nvGrpSpPr>
        <p:grpSpPr>
          <a:xfrm rot="-5400000">
            <a:off x="6840193" y="448790"/>
            <a:ext cx="2159530" cy="548628"/>
            <a:chOff x="2641350" y="846250"/>
            <a:chExt cx="413600" cy="105075"/>
          </a:xfrm>
        </p:grpSpPr>
        <p:sp>
          <p:nvSpPr>
            <p:cNvPr id="1442" name="Google Shape;1442;p69"/>
            <p:cNvSpPr/>
            <p:nvPr/>
          </p:nvSpPr>
          <p:spPr>
            <a:xfrm>
              <a:off x="2991475" y="846250"/>
              <a:ext cx="63475" cy="105075"/>
            </a:xfrm>
            <a:custGeom>
              <a:avLst/>
              <a:gdLst/>
              <a:ahLst/>
              <a:cxnLst/>
              <a:rect l="l" t="t" r="r" b="b"/>
              <a:pathLst>
                <a:path w="2539" h="4203" extrusionOk="0">
                  <a:moveTo>
                    <a:pt x="2092" y="1"/>
                  </a:moveTo>
                  <a:lnTo>
                    <a:pt x="1" y="2111"/>
                  </a:lnTo>
                  <a:lnTo>
                    <a:pt x="2092" y="4202"/>
                  </a:lnTo>
                  <a:lnTo>
                    <a:pt x="2538" y="3756"/>
                  </a:lnTo>
                  <a:lnTo>
                    <a:pt x="874" y="2111"/>
                  </a:lnTo>
                  <a:lnTo>
                    <a:pt x="2538" y="447"/>
                  </a:lnTo>
                  <a:lnTo>
                    <a:pt x="209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69"/>
            <p:cNvSpPr/>
            <p:nvPr/>
          </p:nvSpPr>
          <p:spPr>
            <a:xfrm>
              <a:off x="2874775" y="846250"/>
              <a:ext cx="63450" cy="105075"/>
            </a:xfrm>
            <a:custGeom>
              <a:avLst/>
              <a:gdLst/>
              <a:ahLst/>
              <a:cxnLst/>
              <a:rect l="l" t="t" r="r" b="b"/>
              <a:pathLst>
                <a:path w="2538" h="4203" extrusionOk="0">
                  <a:moveTo>
                    <a:pt x="2091" y="1"/>
                  </a:moveTo>
                  <a:lnTo>
                    <a:pt x="0" y="2111"/>
                  </a:lnTo>
                  <a:lnTo>
                    <a:pt x="2091" y="4202"/>
                  </a:lnTo>
                  <a:lnTo>
                    <a:pt x="2538" y="3756"/>
                  </a:lnTo>
                  <a:lnTo>
                    <a:pt x="894" y="2111"/>
                  </a:lnTo>
                  <a:lnTo>
                    <a:pt x="2538" y="447"/>
                  </a:lnTo>
                  <a:lnTo>
                    <a:pt x="20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69"/>
            <p:cNvSpPr/>
            <p:nvPr/>
          </p:nvSpPr>
          <p:spPr>
            <a:xfrm>
              <a:off x="2758075" y="846250"/>
              <a:ext cx="63450" cy="105075"/>
            </a:xfrm>
            <a:custGeom>
              <a:avLst/>
              <a:gdLst/>
              <a:ahLst/>
              <a:cxnLst/>
              <a:rect l="l" t="t" r="r" b="b"/>
              <a:pathLst>
                <a:path w="2538" h="4203" extrusionOk="0">
                  <a:moveTo>
                    <a:pt x="2111" y="1"/>
                  </a:moveTo>
                  <a:lnTo>
                    <a:pt x="0" y="2111"/>
                  </a:lnTo>
                  <a:lnTo>
                    <a:pt x="2111" y="4202"/>
                  </a:lnTo>
                  <a:lnTo>
                    <a:pt x="2537" y="3756"/>
                  </a:lnTo>
                  <a:lnTo>
                    <a:pt x="893" y="2111"/>
                  </a:lnTo>
                  <a:lnTo>
                    <a:pt x="2537" y="447"/>
                  </a:lnTo>
                  <a:lnTo>
                    <a:pt x="21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69"/>
            <p:cNvSpPr/>
            <p:nvPr/>
          </p:nvSpPr>
          <p:spPr>
            <a:xfrm>
              <a:off x="2641350" y="846250"/>
              <a:ext cx="63975" cy="105075"/>
            </a:xfrm>
            <a:custGeom>
              <a:avLst/>
              <a:gdLst/>
              <a:ahLst/>
              <a:cxnLst/>
              <a:rect l="l" t="t" r="r" b="b"/>
              <a:pathLst>
                <a:path w="2559" h="4203" extrusionOk="0">
                  <a:moveTo>
                    <a:pt x="2112" y="1"/>
                  </a:moveTo>
                  <a:lnTo>
                    <a:pt x="1" y="2111"/>
                  </a:lnTo>
                  <a:lnTo>
                    <a:pt x="2112" y="4202"/>
                  </a:lnTo>
                  <a:lnTo>
                    <a:pt x="2558" y="3756"/>
                  </a:lnTo>
                  <a:lnTo>
                    <a:pt x="894" y="2111"/>
                  </a:lnTo>
                  <a:lnTo>
                    <a:pt x="2558" y="447"/>
                  </a:lnTo>
                  <a:lnTo>
                    <a:pt x="21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6" name="Google Shape;1446;p69"/>
          <p:cNvGrpSpPr/>
          <p:nvPr/>
        </p:nvGrpSpPr>
        <p:grpSpPr>
          <a:xfrm rot="5400000">
            <a:off x="93584" y="4162506"/>
            <a:ext cx="2159530" cy="548628"/>
            <a:chOff x="2641350" y="846250"/>
            <a:chExt cx="413600" cy="105075"/>
          </a:xfrm>
        </p:grpSpPr>
        <p:sp>
          <p:nvSpPr>
            <p:cNvPr id="1447" name="Google Shape;1447;p69"/>
            <p:cNvSpPr/>
            <p:nvPr/>
          </p:nvSpPr>
          <p:spPr>
            <a:xfrm>
              <a:off x="2991475" y="846250"/>
              <a:ext cx="63475" cy="105075"/>
            </a:xfrm>
            <a:custGeom>
              <a:avLst/>
              <a:gdLst/>
              <a:ahLst/>
              <a:cxnLst/>
              <a:rect l="l" t="t" r="r" b="b"/>
              <a:pathLst>
                <a:path w="2539" h="4203" extrusionOk="0">
                  <a:moveTo>
                    <a:pt x="2092" y="1"/>
                  </a:moveTo>
                  <a:lnTo>
                    <a:pt x="1" y="2111"/>
                  </a:lnTo>
                  <a:lnTo>
                    <a:pt x="2092" y="4202"/>
                  </a:lnTo>
                  <a:lnTo>
                    <a:pt x="2538" y="3756"/>
                  </a:lnTo>
                  <a:lnTo>
                    <a:pt x="874" y="2111"/>
                  </a:lnTo>
                  <a:lnTo>
                    <a:pt x="2538" y="447"/>
                  </a:lnTo>
                  <a:lnTo>
                    <a:pt x="209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69"/>
            <p:cNvSpPr/>
            <p:nvPr/>
          </p:nvSpPr>
          <p:spPr>
            <a:xfrm>
              <a:off x="2874775" y="846250"/>
              <a:ext cx="63450" cy="105075"/>
            </a:xfrm>
            <a:custGeom>
              <a:avLst/>
              <a:gdLst/>
              <a:ahLst/>
              <a:cxnLst/>
              <a:rect l="l" t="t" r="r" b="b"/>
              <a:pathLst>
                <a:path w="2538" h="4203" extrusionOk="0">
                  <a:moveTo>
                    <a:pt x="2091" y="1"/>
                  </a:moveTo>
                  <a:lnTo>
                    <a:pt x="0" y="2111"/>
                  </a:lnTo>
                  <a:lnTo>
                    <a:pt x="2091" y="4202"/>
                  </a:lnTo>
                  <a:lnTo>
                    <a:pt x="2538" y="3756"/>
                  </a:lnTo>
                  <a:lnTo>
                    <a:pt x="894" y="2111"/>
                  </a:lnTo>
                  <a:lnTo>
                    <a:pt x="2538" y="447"/>
                  </a:lnTo>
                  <a:lnTo>
                    <a:pt x="20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69"/>
            <p:cNvSpPr/>
            <p:nvPr/>
          </p:nvSpPr>
          <p:spPr>
            <a:xfrm>
              <a:off x="2758075" y="846250"/>
              <a:ext cx="63450" cy="105075"/>
            </a:xfrm>
            <a:custGeom>
              <a:avLst/>
              <a:gdLst/>
              <a:ahLst/>
              <a:cxnLst/>
              <a:rect l="l" t="t" r="r" b="b"/>
              <a:pathLst>
                <a:path w="2538" h="4203" extrusionOk="0">
                  <a:moveTo>
                    <a:pt x="2111" y="1"/>
                  </a:moveTo>
                  <a:lnTo>
                    <a:pt x="0" y="2111"/>
                  </a:lnTo>
                  <a:lnTo>
                    <a:pt x="2111" y="4202"/>
                  </a:lnTo>
                  <a:lnTo>
                    <a:pt x="2537" y="3756"/>
                  </a:lnTo>
                  <a:lnTo>
                    <a:pt x="893" y="2111"/>
                  </a:lnTo>
                  <a:lnTo>
                    <a:pt x="2537" y="447"/>
                  </a:lnTo>
                  <a:lnTo>
                    <a:pt x="21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69"/>
            <p:cNvSpPr/>
            <p:nvPr/>
          </p:nvSpPr>
          <p:spPr>
            <a:xfrm>
              <a:off x="2641350" y="846250"/>
              <a:ext cx="63975" cy="105075"/>
            </a:xfrm>
            <a:custGeom>
              <a:avLst/>
              <a:gdLst/>
              <a:ahLst/>
              <a:cxnLst/>
              <a:rect l="l" t="t" r="r" b="b"/>
              <a:pathLst>
                <a:path w="2559" h="4203" extrusionOk="0">
                  <a:moveTo>
                    <a:pt x="2112" y="1"/>
                  </a:moveTo>
                  <a:lnTo>
                    <a:pt x="1" y="2111"/>
                  </a:lnTo>
                  <a:lnTo>
                    <a:pt x="2112" y="4202"/>
                  </a:lnTo>
                  <a:lnTo>
                    <a:pt x="2558" y="3756"/>
                  </a:lnTo>
                  <a:lnTo>
                    <a:pt x="894" y="2111"/>
                  </a:lnTo>
                  <a:lnTo>
                    <a:pt x="2558" y="447"/>
                  </a:lnTo>
                  <a:lnTo>
                    <a:pt x="21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40">
                                            <p:txEl>
                                              <p:pRg st="0" end="0"/>
                                            </p:txEl>
                                          </p:spTgt>
                                        </p:tgtEl>
                                        <p:attrNameLst>
                                          <p:attrName>style.visibility</p:attrName>
                                        </p:attrNameLst>
                                      </p:cBhvr>
                                      <p:to>
                                        <p:strVal val="visible"/>
                                      </p:to>
                                    </p:set>
                                    <p:animEffect transition="in" filter="fade">
                                      <p:cBhvr>
                                        <p:cTn id="7" dur="100"/>
                                        <p:tgtEl>
                                          <p:spTgt spid="144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0"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38"/>
        <p:cNvGrpSpPr/>
        <p:nvPr/>
      </p:nvGrpSpPr>
      <p:grpSpPr>
        <a:xfrm>
          <a:off x="0" y="0"/>
          <a:ext cx="0" cy="0"/>
          <a:chOff x="0" y="0"/>
          <a:chExt cx="0" cy="0"/>
        </a:xfrm>
      </p:grpSpPr>
      <p:sp>
        <p:nvSpPr>
          <p:cNvPr id="13" name="Google Shape;483;p43"/>
          <p:cNvSpPr/>
          <p:nvPr/>
        </p:nvSpPr>
        <p:spPr>
          <a:xfrm>
            <a:off x="525102" y="497940"/>
            <a:ext cx="8057583" cy="4209861"/>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41" name="Google Shape;1441;p69"/>
          <p:cNvGrpSpPr/>
          <p:nvPr/>
        </p:nvGrpSpPr>
        <p:grpSpPr>
          <a:xfrm rot="-5400000">
            <a:off x="6840193" y="448790"/>
            <a:ext cx="2159530" cy="548628"/>
            <a:chOff x="2641350" y="846250"/>
            <a:chExt cx="413600" cy="105075"/>
          </a:xfrm>
        </p:grpSpPr>
        <p:sp>
          <p:nvSpPr>
            <p:cNvPr id="1442" name="Google Shape;1442;p69"/>
            <p:cNvSpPr/>
            <p:nvPr/>
          </p:nvSpPr>
          <p:spPr>
            <a:xfrm>
              <a:off x="2991475" y="846250"/>
              <a:ext cx="63475" cy="105075"/>
            </a:xfrm>
            <a:custGeom>
              <a:avLst/>
              <a:gdLst/>
              <a:ahLst/>
              <a:cxnLst/>
              <a:rect l="l" t="t" r="r" b="b"/>
              <a:pathLst>
                <a:path w="2539" h="4203" extrusionOk="0">
                  <a:moveTo>
                    <a:pt x="2092" y="1"/>
                  </a:moveTo>
                  <a:lnTo>
                    <a:pt x="1" y="2111"/>
                  </a:lnTo>
                  <a:lnTo>
                    <a:pt x="2092" y="4202"/>
                  </a:lnTo>
                  <a:lnTo>
                    <a:pt x="2538" y="3756"/>
                  </a:lnTo>
                  <a:lnTo>
                    <a:pt x="874" y="2111"/>
                  </a:lnTo>
                  <a:lnTo>
                    <a:pt x="2538" y="447"/>
                  </a:lnTo>
                  <a:lnTo>
                    <a:pt x="209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69"/>
            <p:cNvSpPr/>
            <p:nvPr/>
          </p:nvSpPr>
          <p:spPr>
            <a:xfrm>
              <a:off x="2874775" y="846250"/>
              <a:ext cx="63450" cy="105075"/>
            </a:xfrm>
            <a:custGeom>
              <a:avLst/>
              <a:gdLst/>
              <a:ahLst/>
              <a:cxnLst/>
              <a:rect l="l" t="t" r="r" b="b"/>
              <a:pathLst>
                <a:path w="2538" h="4203" extrusionOk="0">
                  <a:moveTo>
                    <a:pt x="2091" y="1"/>
                  </a:moveTo>
                  <a:lnTo>
                    <a:pt x="0" y="2111"/>
                  </a:lnTo>
                  <a:lnTo>
                    <a:pt x="2091" y="4202"/>
                  </a:lnTo>
                  <a:lnTo>
                    <a:pt x="2538" y="3756"/>
                  </a:lnTo>
                  <a:lnTo>
                    <a:pt x="894" y="2111"/>
                  </a:lnTo>
                  <a:lnTo>
                    <a:pt x="2538" y="447"/>
                  </a:lnTo>
                  <a:lnTo>
                    <a:pt x="20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69"/>
            <p:cNvSpPr/>
            <p:nvPr/>
          </p:nvSpPr>
          <p:spPr>
            <a:xfrm>
              <a:off x="2758075" y="846250"/>
              <a:ext cx="63450" cy="105075"/>
            </a:xfrm>
            <a:custGeom>
              <a:avLst/>
              <a:gdLst/>
              <a:ahLst/>
              <a:cxnLst/>
              <a:rect l="l" t="t" r="r" b="b"/>
              <a:pathLst>
                <a:path w="2538" h="4203" extrusionOk="0">
                  <a:moveTo>
                    <a:pt x="2111" y="1"/>
                  </a:moveTo>
                  <a:lnTo>
                    <a:pt x="0" y="2111"/>
                  </a:lnTo>
                  <a:lnTo>
                    <a:pt x="2111" y="4202"/>
                  </a:lnTo>
                  <a:lnTo>
                    <a:pt x="2537" y="3756"/>
                  </a:lnTo>
                  <a:lnTo>
                    <a:pt x="893" y="2111"/>
                  </a:lnTo>
                  <a:lnTo>
                    <a:pt x="2537" y="447"/>
                  </a:lnTo>
                  <a:lnTo>
                    <a:pt x="21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69"/>
            <p:cNvSpPr/>
            <p:nvPr/>
          </p:nvSpPr>
          <p:spPr>
            <a:xfrm>
              <a:off x="2641350" y="846250"/>
              <a:ext cx="63975" cy="105075"/>
            </a:xfrm>
            <a:custGeom>
              <a:avLst/>
              <a:gdLst/>
              <a:ahLst/>
              <a:cxnLst/>
              <a:rect l="l" t="t" r="r" b="b"/>
              <a:pathLst>
                <a:path w="2559" h="4203" extrusionOk="0">
                  <a:moveTo>
                    <a:pt x="2112" y="1"/>
                  </a:moveTo>
                  <a:lnTo>
                    <a:pt x="1" y="2111"/>
                  </a:lnTo>
                  <a:lnTo>
                    <a:pt x="2112" y="4202"/>
                  </a:lnTo>
                  <a:lnTo>
                    <a:pt x="2558" y="3756"/>
                  </a:lnTo>
                  <a:lnTo>
                    <a:pt x="894" y="2111"/>
                  </a:lnTo>
                  <a:lnTo>
                    <a:pt x="2558" y="447"/>
                  </a:lnTo>
                  <a:lnTo>
                    <a:pt x="21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6" name="Google Shape;1446;p69"/>
          <p:cNvGrpSpPr/>
          <p:nvPr/>
        </p:nvGrpSpPr>
        <p:grpSpPr>
          <a:xfrm rot="5400000">
            <a:off x="93584" y="4162506"/>
            <a:ext cx="2159530" cy="548628"/>
            <a:chOff x="2641350" y="846250"/>
            <a:chExt cx="413600" cy="105075"/>
          </a:xfrm>
        </p:grpSpPr>
        <p:sp>
          <p:nvSpPr>
            <p:cNvPr id="1447" name="Google Shape;1447;p69"/>
            <p:cNvSpPr/>
            <p:nvPr/>
          </p:nvSpPr>
          <p:spPr>
            <a:xfrm>
              <a:off x="2991475" y="846250"/>
              <a:ext cx="63475" cy="105075"/>
            </a:xfrm>
            <a:custGeom>
              <a:avLst/>
              <a:gdLst/>
              <a:ahLst/>
              <a:cxnLst/>
              <a:rect l="l" t="t" r="r" b="b"/>
              <a:pathLst>
                <a:path w="2539" h="4203" extrusionOk="0">
                  <a:moveTo>
                    <a:pt x="2092" y="1"/>
                  </a:moveTo>
                  <a:lnTo>
                    <a:pt x="1" y="2111"/>
                  </a:lnTo>
                  <a:lnTo>
                    <a:pt x="2092" y="4202"/>
                  </a:lnTo>
                  <a:lnTo>
                    <a:pt x="2538" y="3756"/>
                  </a:lnTo>
                  <a:lnTo>
                    <a:pt x="874" y="2111"/>
                  </a:lnTo>
                  <a:lnTo>
                    <a:pt x="2538" y="447"/>
                  </a:lnTo>
                  <a:lnTo>
                    <a:pt x="209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69"/>
            <p:cNvSpPr/>
            <p:nvPr/>
          </p:nvSpPr>
          <p:spPr>
            <a:xfrm>
              <a:off x="2874775" y="846250"/>
              <a:ext cx="63450" cy="105075"/>
            </a:xfrm>
            <a:custGeom>
              <a:avLst/>
              <a:gdLst/>
              <a:ahLst/>
              <a:cxnLst/>
              <a:rect l="l" t="t" r="r" b="b"/>
              <a:pathLst>
                <a:path w="2538" h="4203" extrusionOk="0">
                  <a:moveTo>
                    <a:pt x="2091" y="1"/>
                  </a:moveTo>
                  <a:lnTo>
                    <a:pt x="0" y="2111"/>
                  </a:lnTo>
                  <a:lnTo>
                    <a:pt x="2091" y="4202"/>
                  </a:lnTo>
                  <a:lnTo>
                    <a:pt x="2538" y="3756"/>
                  </a:lnTo>
                  <a:lnTo>
                    <a:pt x="894" y="2111"/>
                  </a:lnTo>
                  <a:lnTo>
                    <a:pt x="2538" y="447"/>
                  </a:lnTo>
                  <a:lnTo>
                    <a:pt x="20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69"/>
            <p:cNvSpPr/>
            <p:nvPr/>
          </p:nvSpPr>
          <p:spPr>
            <a:xfrm>
              <a:off x="2758075" y="846250"/>
              <a:ext cx="63450" cy="105075"/>
            </a:xfrm>
            <a:custGeom>
              <a:avLst/>
              <a:gdLst/>
              <a:ahLst/>
              <a:cxnLst/>
              <a:rect l="l" t="t" r="r" b="b"/>
              <a:pathLst>
                <a:path w="2538" h="4203" extrusionOk="0">
                  <a:moveTo>
                    <a:pt x="2111" y="1"/>
                  </a:moveTo>
                  <a:lnTo>
                    <a:pt x="0" y="2111"/>
                  </a:lnTo>
                  <a:lnTo>
                    <a:pt x="2111" y="4202"/>
                  </a:lnTo>
                  <a:lnTo>
                    <a:pt x="2537" y="3756"/>
                  </a:lnTo>
                  <a:lnTo>
                    <a:pt x="893" y="2111"/>
                  </a:lnTo>
                  <a:lnTo>
                    <a:pt x="2537" y="447"/>
                  </a:lnTo>
                  <a:lnTo>
                    <a:pt x="21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69"/>
            <p:cNvSpPr/>
            <p:nvPr/>
          </p:nvSpPr>
          <p:spPr>
            <a:xfrm>
              <a:off x="2641350" y="846250"/>
              <a:ext cx="63975" cy="105075"/>
            </a:xfrm>
            <a:custGeom>
              <a:avLst/>
              <a:gdLst/>
              <a:ahLst/>
              <a:cxnLst/>
              <a:rect l="l" t="t" r="r" b="b"/>
              <a:pathLst>
                <a:path w="2559" h="4203" extrusionOk="0">
                  <a:moveTo>
                    <a:pt x="2112" y="1"/>
                  </a:moveTo>
                  <a:lnTo>
                    <a:pt x="1" y="2111"/>
                  </a:lnTo>
                  <a:lnTo>
                    <a:pt x="2112" y="4202"/>
                  </a:lnTo>
                  <a:lnTo>
                    <a:pt x="2558" y="3756"/>
                  </a:lnTo>
                  <a:lnTo>
                    <a:pt x="894" y="2111"/>
                  </a:lnTo>
                  <a:lnTo>
                    <a:pt x="2558" y="447"/>
                  </a:lnTo>
                  <a:lnTo>
                    <a:pt x="21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6" name="Picture 15"/>
          <p:cNvPicPr/>
          <p:nvPr/>
        </p:nvPicPr>
        <p:blipFill>
          <a:blip r:embed="rId3"/>
          <a:srcRect/>
          <a:stretch/>
        </p:blipFill>
        <p:spPr>
          <a:xfrm>
            <a:off x="770401" y="692684"/>
            <a:ext cx="7617600" cy="3793971"/>
          </a:xfrm>
          <a:prstGeom prst="rect">
            <a:avLst/>
          </a:prstGeom>
        </p:spPr>
      </p:pic>
    </p:spTree>
    <p:extLst>
      <p:ext uri="{BB962C8B-B14F-4D97-AF65-F5344CB8AC3E}">
        <p14:creationId xmlns:p14="http://schemas.microsoft.com/office/powerpoint/2010/main" val="127867887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01"/>
        <p:cNvGrpSpPr/>
        <p:nvPr/>
      </p:nvGrpSpPr>
      <p:grpSpPr>
        <a:xfrm>
          <a:off x="0" y="0"/>
          <a:ext cx="0" cy="0"/>
          <a:chOff x="0" y="0"/>
          <a:chExt cx="0" cy="0"/>
        </a:xfrm>
      </p:grpSpPr>
      <p:sp>
        <p:nvSpPr>
          <p:cNvPr id="1103" name="Google Shape;1103;p60"/>
          <p:cNvSpPr/>
          <p:nvPr/>
        </p:nvSpPr>
        <p:spPr>
          <a:xfrm>
            <a:off x="1441200" y="535050"/>
            <a:ext cx="6261600" cy="4073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60"/>
          <p:cNvSpPr/>
          <p:nvPr/>
        </p:nvSpPr>
        <p:spPr>
          <a:xfrm>
            <a:off x="1782000" y="832059"/>
            <a:ext cx="5580000" cy="3440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60"/>
          <p:cNvSpPr txBox="1">
            <a:spLocks noGrp="1"/>
          </p:cNvSpPr>
          <p:nvPr>
            <p:ph type="title"/>
          </p:nvPr>
        </p:nvSpPr>
        <p:spPr>
          <a:xfrm>
            <a:off x="2743200" y="2190967"/>
            <a:ext cx="4505442" cy="1571192"/>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latin typeface="UTM Andrea" panose="02040603050506020204" pitchFamily="18" charset="0"/>
              </a:rPr>
              <a:t>Thiết kế </a:t>
            </a:r>
            <a:br>
              <a:rPr lang="en" dirty="0">
                <a:latin typeface="UTM Andrea" panose="02040603050506020204" pitchFamily="18" charset="0"/>
              </a:rPr>
            </a:br>
            <a:r>
              <a:rPr lang="en" dirty="0">
                <a:latin typeface="UTM Andrea" panose="02040603050506020204" pitchFamily="18" charset="0"/>
              </a:rPr>
              <a:t>giao diện</a:t>
            </a:r>
            <a:endParaRPr dirty="0">
              <a:latin typeface="UTM Andrea" panose="02040603050506020204" pitchFamily="18" charset="0"/>
            </a:endParaRPr>
          </a:p>
        </p:txBody>
      </p:sp>
      <p:sp>
        <p:nvSpPr>
          <p:cNvPr id="1106" name="Google Shape;1106;p60"/>
          <p:cNvSpPr txBox="1">
            <a:spLocks noGrp="1"/>
          </p:cNvSpPr>
          <p:nvPr>
            <p:ph type="title" idx="2"/>
          </p:nvPr>
        </p:nvSpPr>
        <p:spPr>
          <a:xfrm>
            <a:off x="5533168" y="1349167"/>
            <a:ext cx="1715474" cy="841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latin typeface="UTM Andrea" panose="02040603050506020204" pitchFamily="18" charset="0"/>
              </a:rPr>
              <a:t>04.</a:t>
            </a:r>
            <a:endParaRPr dirty="0">
              <a:latin typeface="UTM Andrea" panose="02040603050506020204" pitchFamily="18" charset="0"/>
            </a:endParaRPr>
          </a:p>
        </p:txBody>
      </p:sp>
      <p:grpSp>
        <p:nvGrpSpPr>
          <p:cNvPr id="1108" name="Google Shape;1108;p60"/>
          <p:cNvGrpSpPr/>
          <p:nvPr/>
        </p:nvGrpSpPr>
        <p:grpSpPr>
          <a:xfrm>
            <a:off x="5591900" y="1168204"/>
            <a:ext cx="3397850" cy="187275"/>
            <a:chOff x="-3237675" y="-1132050"/>
            <a:chExt cx="3397850" cy="187275"/>
          </a:xfrm>
        </p:grpSpPr>
        <p:sp>
          <p:nvSpPr>
            <p:cNvPr id="1109" name="Google Shape;1109;p60"/>
            <p:cNvSpPr/>
            <p:nvPr/>
          </p:nvSpPr>
          <p:spPr>
            <a:xfrm>
              <a:off x="-378750" y="-1132050"/>
              <a:ext cx="130425" cy="187275"/>
            </a:xfrm>
            <a:custGeom>
              <a:avLst/>
              <a:gdLst/>
              <a:ahLst/>
              <a:cxnLst/>
              <a:rect l="l" t="t" r="r" b="b"/>
              <a:pathLst>
                <a:path w="5217" h="7491" extrusionOk="0">
                  <a:moveTo>
                    <a:pt x="4040" y="0"/>
                  </a:moveTo>
                  <a:lnTo>
                    <a:pt x="0" y="6800"/>
                  </a:lnTo>
                  <a:lnTo>
                    <a:pt x="1157" y="7490"/>
                  </a:lnTo>
                  <a:lnTo>
                    <a:pt x="5217" y="690"/>
                  </a:lnTo>
                  <a:lnTo>
                    <a:pt x="40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60"/>
            <p:cNvSpPr/>
            <p:nvPr/>
          </p:nvSpPr>
          <p:spPr>
            <a:xfrm>
              <a:off x="29725" y="-1132050"/>
              <a:ext cx="130450" cy="187275"/>
            </a:xfrm>
            <a:custGeom>
              <a:avLst/>
              <a:gdLst/>
              <a:ahLst/>
              <a:cxnLst/>
              <a:rect l="l" t="t" r="r" b="b"/>
              <a:pathLst>
                <a:path w="5218" h="7491" extrusionOk="0">
                  <a:moveTo>
                    <a:pt x="4040" y="0"/>
                  </a:moveTo>
                  <a:lnTo>
                    <a:pt x="1" y="6800"/>
                  </a:lnTo>
                  <a:lnTo>
                    <a:pt x="1158" y="7490"/>
                  </a:lnTo>
                  <a:lnTo>
                    <a:pt x="5217" y="690"/>
                  </a:lnTo>
                  <a:lnTo>
                    <a:pt x="40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60"/>
            <p:cNvSpPr/>
            <p:nvPr/>
          </p:nvSpPr>
          <p:spPr>
            <a:xfrm>
              <a:off x="-787250" y="-1132050"/>
              <a:ext cx="130450" cy="187275"/>
            </a:xfrm>
            <a:custGeom>
              <a:avLst/>
              <a:gdLst/>
              <a:ahLst/>
              <a:cxnLst/>
              <a:rect l="l" t="t" r="r" b="b"/>
              <a:pathLst>
                <a:path w="5218" h="7491" extrusionOk="0">
                  <a:moveTo>
                    <a:pt x="4040" y="0"/>
                  </a:moveTo>
                  <a:lnTo>
                    <a:pt x="1" y="6800"/>
                  </a:lnTo>
                  <a:lnTo>
                    <a:pt x="1158" y="7490"/>
                  </a:lnTo>
                  <a:lnTo>
                    <a:pt x="5217" y="690"/>
                  </a:lnTo>
                  <a:lnTo>
                    <a:pt x="40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60"/>
            <p:cNvSpPr/>
            <p:nvPr/>
          </p:nvSpPr>
          <p:spPr>
            <a:xfrm>
              <a:off x="-1195725" y="-1132050"/>
              <a:ext cx="130425" cy="187275"/>
            </a:xfrm>
            <a:custGeom>
              <a:avLst/>
              <a:gdLst/>
              <a:ahLst/>
              <a:cxnLst/>
              <a:rect l="l" t="t" r="r" b="b"/>
              <a:pathLst>
                <a:path w="5217" h="7491" extrusionOk="0">
                  <a:moveTo>
                    <a:pt x="4060" y="0"/>
                  </a:moveTo>
                  <a:lnTo>
                    <a:pt x="0" y="6800"/>
                  </a:lnTo>
                  <a:lnTo>
                    <a:pt x="1157" y="7490"/>
                  </a:lnTo>
                  <a:lnTo>
                    <a:pt x="5217" y="690"/>
                  </a:lnTo>
                  <a:lnTo>
                    <a:pt x="4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60"/>
            <p:cNvSpPr/>
            <p:nvPr/>
          </p:nvSpPr>
          <p:spPr>
            <a:xfrm>
              <a:off x="-1604225" y="-1132050"/>
              <a:ext cx="130450" cy="187275"/>
            </a:xfrm>
            <a:custGeom>
              <a:avLst/>
              <a:gdLst/>
              <a:ahLst/>
              <a:cxnLst/>
              <a:rect l="l" t="t" r="r" b="b"/>
              <a:pathLst>
                <a:path w="5218" h="7491" extrusionOk="0">
                  <a:moveTo>
                    <a:pt x="4060" y="0"/>
                  </a:moveTo>
                  <a:lnTo>
                    <a:pt x="1" y="6800"/>
                  </a:lnTo>
                  <a:lnTo>
                    <a:pt x="1158" y="7490"/>
                  </a:lnTo>
                  <a:lnTo>
                    <a:pt x="5217" y="690"/>
                  </a:lnTo>
                  <a:lnTo>
                    <a:pt x="4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60"/>
            <p:cNvSpPr/>
            <p:nvPr/>
          </p:nvSpPr>
          <p:spPr>
            <a:xfrm>
              <a:off x="-2012725" y="-1132050"/>
              <a:ext cx="130450" cy="187275"/>
            </a:xfrm>
            <a:custGeom>
              <a:avLst/>
              <a:gdLst/>
              <a:ahLst/>
              <a:cxnLst/>
              <a:rect l="l" t="t" r="r" b="b"/>
              <a:pathLst>
                <a:path w="5218" h="7491" extrusionOk="0">
                  <a:moveTo>
                    <a:pt x="4060" y="0"/>
                  </a:moveTo>
                  <a:lnTo>
                    <a:pt x="1" y="6800"/>
                  </a:lnTo>
                  <a:lnTo>
                    <a:pt x="1178" y="7490"/>
                  </a:lnTo>
                  <a:lnTo>
                    <a:pt x="5217" y="690"/>
                  </a:lnTo>
                  <a:lnTo>
                    <a:pt x="4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60"/>
            <p:cNvSpPr/>
            <p:nvPr/>
          </p:nvSpPr>
          <p:spPr>
            <a:xfrm>
              <a:off x="-2421200" y="-1132050"/>
              <a:ext cx="130425" cy="187275"/>
            </a:xfrm>
            <a:custGeom>
              <a:avLst/>
              <a:gdLst/>
              <a:ahLst/>
              <a:cxnLst/>
              <a:rect l="l" t="t" r="r" b="b"/>
              <a:pathLst>
                <a:path w="5217" h="7491" extrusionOk="0">
                  <a:moveTo>
                    <a:pt x="4060" y="0"/>
                  </a:moveTo>
                  <a:lnTo>
                    <a:pt x="0" y="6800"/>
                  </a:lnTo>
                  <a:lnTo>
                    <a:pt x="1178" y="7490"/>
                  </a:lnTo>
                  <a:lnTo>
                    <a:pt x="5217" y="690"/>
                  </a:lnTo>
                  <a:lnTo>
                    <a:pt x="4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60"/>
            <p:cNvSpPr/>
            <p:nvPr/>
          </p:nvSpPr>
          <p:spPr>
            <a:xfrm>
              <a:off x="-2829175" y="-1132050"/>
              <a:ext cx="129925" cy="187275"/>
            </a:xfrm>
            <a:custGeom>
              <a:avLst/>
              <a:gdLst/>
              <a:ahLst/>
              <a:cxnLst/>
              <a:rect l="l" t="t" r="r" b="b"/>
              <a:pathLst>
                <a:path w="5197" h="7491" extrusionOk="0">
                  <a:moveTo>
                    <a:pt x="4039" y="0"/>
                  </a:moveTo>
                  <a:lnTo>
                    <a:pt x="0" y="6800"/>
                  </a:lnTo>
                  <a:lnTo>
                    <a:pt x="1157" y="7490"/>
                  </a:lnTo>
                  <a:lnTo>
                    <a:pt x="5196" y="690"/>
                  </a:lnTo>
                  <a:lnTo>
                    <a:pt x="403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60"/>
            <p:cNvSpPr/>
            <p:nvPr/>
          </p:nvSpPr>
          <p:spPr>
            <a:xfrm>
              <a:off x="-3237675" y="-1132050"/>
              <a:ext cx="129925" cy="187275"/>
            </a:xfrm>
            <a:custGeom>
              <a:avLst/>
              <a:gdLst/>
              <a:ahLst/>
              <a:cxnLst/>
              <a:rect l="l" t="t" r="r" b="b"/>
              <a:pathLst>
                <a:path w="5197" h="7491" extrusionOk="0">
                  <a:moveTo>
                    <a:pt x="4040" y="0"/>
                  </a:moveTo>
                  <a:lnTo>
                    <a:pt x="0" y="6800"/>
                  </a:lnTo>
                  <a:lnTo>
                    <a:pt x="1157" y="7490"/>
                  </a:lnTo>
                  <a:lnTo>
                    <a:pt x="5197" y="690"/>
                  </a:lnTo>
                  <a:lnTo>
                    <a:pt x="40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118" name="Google Shape;1118;p60"/>
          <p:cNvCxnSpPr/>
          <p:nvPr/>
        </p:nvCxnSpPr>
        <p:spPr>
          <a:xfrm rot="10800000" flipH="1">
            <a:off x="2195400" y="3762159"/>
            <a:ext cx="6957300" cy="22800"/>
          </a:xfrm>
          <a:prstGeom prst="straightConnector1">
            <a:avLst/>
          </a:prstGeom>
          <a:noFill/>
          <a:ln w="19050" cap="flat" cmpd="sng">
            <a:solidFill>
              <a:schemeClr val="dk1"/>
            </a:solidFill>
            <a:prstDash val="solid"/>
            <a:round/>
            <a:headEnd type="none" w="med" len="med"/>
            <a:tailEnd type="none" w="med" len="med"/>
          </a:ln>
        </p:spPr>
      </p:cxnSp>
      <p:grpSp>
        <p:nvGrpSpPr>
          <p:cNvPr id="1119" name="Google Shape;1119;p60"/>
          <p:cNvGrpSpPr/>
          <p:nvPr/>
        </p:nvGrpSpPr>
        <p:grpSpPr>
          <a:xfrm>
            <a:off x="1125239" y="3675407"/>
            <a:ext cx="772605" cy="196301"/>
            <a:chOff x="2641350" y="846250"/>
            <a:chExt cx="413600" cy="105075"/>
          </a:xfrm>
        </p:grpSpPr>
        <p:sp>
          <p:nvSpPr>
            <p:cNvPr id="1120" name="Google Shape;1120;p60"/>
            <p:cNvSpPr/>
            <p:nvPr/>
          </p:nvSpPr>
          <p:spPr>
            <a:xfrm>
              <a:off x="2991475" y="846250"/>
              <a:ext cx="63475" cy="105075"/>
            </a:xfrm>
            <a:custGeom>
              <a:avLst/>
              <a:gdLst/>
              <a:ahLst/>
              <a:cxnLst/>
              <a:rect l="l" t="t" r="r" b="b"/>
              <a:pathLst>
                <a:path w="2539" h="4203" extrusionOk="0">
                  <a:moveTo>
                    <a:pt x="2092" y="1"/>
                  </a:moveTo>
                  <a:lnTo>
                    <a:pt x="1" y="2111"/>
                  </a:lnTo>
                  <a:lnTo>
                    <a:pt x="2092" y="4202"/>
                  </a:lnTo>
                  <a:lnTo>
                    <a:pt x="2538" y="3756"/>
                  </a:lnTo>
                  <a:lnTo>
                    <a:pt x="874" y="2111"/>
                  </a:lnTo>
                  <a:lnTo>
                    <a:pt x="2538" y="447"/>
                  </a:lnTo>
                  <a:lnTo>
                    <a:pt x="209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60"/>
            <p:cNvSpPr/>
            <p:nvPr/>
          </p:nvSpPr>
          <p:spPr>
            <a:xfrm>
              <a:off x="2874775" y="846250"/>
              <a:ext cx="63450" cy="105075"/>
            </a:xfrm>
            <a:custGeom>
              <a:avLst/>
              <a:gdLst/>
              <a:ahLst/>
              <a:cxnLst/>
              <a:rect l="l" t="t" r="r" b="b"/>
              <a:pathLst>
                <a:path w="2538" h="4203" extrusionOk="0">
                  <a:moveTo>
                    <a:pt x="2091" y="1"/>
                  </a:moveTo>
                  <a:lnTo>
                    <a:pt x="0" y="2111"/>
                  </a:lnTo>
                  <a:lnTo>
                    <a:pt x="2091" y="4202"/>
                  </a:lnTo>
                  <a:lnTo>
                    <a:pt x="2538" y="3756"/>
                  </a:lnTo>
                  <a:lnTo>
                    <a:pt x="894" y="2111"/>
                  </a:lnTo>
                  <a:lnTo>
                    <a:pt x="2538" y="447"/>
                  </a:lnTo>
                  <a:lnTo>
                    <a:pt x="20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60"/>
            <p:cNvSpPr/>
            <p:nvPr/>
          </p:nvSpPr>
          <p:spPr>
            <a:xfrm>
              <a:off x="2758075" y="846250"/>
              <a:ext cx="63450" cy="105075"/>
            </a:xfrm>
            <a:custGeom>
              <a:avLst/>
              <a:gdLst/>
              <a:ahLst/>
              <a:cxnLst/>
              <a:rect l="l" t="t" r="r" b="b"/>
              <a:pathLst>
                <a:path w="2538" h="4203" extrusionOk="0">
                  <a:moveTo>
                    <a:pt x="2111" y="1"/>
                  </a:moveTo>
                  <a:lnTo>
                    <a:pt x="0" y="2111"/>
                  </a:lnTo>
                  <a:lnTo>
                    <a:pt x="2111" y="4202"/>
                  </a:lnTo>
                  <a:lnTo>
                    <a:pt x="2537" y="3756"/>
                  </a:lnTo>
                  <a:lnTo>
                    <a:pt x="893" y="2111"/>
                  </a:lnTo>
                  <a:lnTo>
                    <a:pt x="2537" y="447"/>
                  </a:lnTo>
                  <a:lnTo>
                    <a:pt x="21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60"/>
            <p:cNvSpPr/>
            <p:nvPr/>
          </p:nvSpPr>
          <p:spPr>
            <a:xfrm>
              <a:off x="2641350" y="846250"/>
              <a:ext cx="63975" cy="105075"/>
            </a:xfrm>
            <a:custGeom>
              <a:avLst/>
              <a:gdLst/>
              <a:ahLst/>
              <a:cxnLst/>
              <a:rect l="l" t="t" r="r" b="b"/>
              <a:pathLst>
                <a:path w="2559" h="4203" extrusionOk="0">
                  <a:moveTo>
                    <a:pt x="2112" y="1"/>
                  </a:moveTo>
                  <a:lnTo>
                    <a:pt x="1" y="2111"/>
                  </a:lnTo>
                  <a:lnTo>
                    <a:pt x="2112" y="4202"/>
                  </a:lnTo>
                  <a:lnTo>
                    <a:pt x="2558" y="3756"/>
                  </a:lnTo>
                  <a:lnTo>
                    <a:pt x="894" y="2111"/>
                  </a:lnTo>
                  <a:lnTo>
                    <a:pt x="2558" y="447"/>
                  </a:lnTo>
                  <a:lnTo>
                    <a:pt x="21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02" name="Google Shape;1102;p60"/>
          <p:cNvSpPr/>
          <p:nvPr/>
        </p:nvSpPr>
        <p:spPr>
          <a:xfrm>
            <a:off x="6502888" y="1218951"/>
            <a:ext cx="998400" cy="998400"/>
          </a:xfrm>
          <a:prstGeom prst="ellipse">
            <a:avLst/>
          </a:prstGeom>
          <a:solidFill>
            <a:schemeClr val="hlink">
              <a:alpha val="383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18" name="Google Shape;483;p43"/>
          <p:cNvSpPr/>
          <p:nvPr/>
        </p:nvSpPr>
        <p:spPr>
          <a:xfrm>
            <a:off x="5069941" y="660903"/>
            <a:ext cx="3757188" cy="3793402"/>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43"/>
          <p:cNvSpPr/>
          <p:nvPr/>
        </p:nvSpPr>
        <p:spPr>
          <a:xfrm>
            <a:off x="715100" y="535000"/>
            <a:ext cx="4107600" cy="4073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43"/>
          <p:cNvSpPr txBox="1">
            <a:spLocks noGrp="1"/>
          </p:cNvSpPr>
          <p:nvPr>
            <p:ph type="title"/>
          </p:nvPr>
        </p:nvSpPr>
        <p:spPr>
          <a:xfrm>
            <a:off x="896000" y="1424283"/>
            <a:ext cx="36759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err="1">
                <a:latin typeface="UTM Andrea" panose="02040603050506020204" pitchFamily="18" charset="0"/>
              </a:rPr>
              <a:t>Tạo</a:t>
            </a:r>
            <a:r>
              <a:rPr lang="en-US" dirty="0">
                <a:latin typeface="UTM Andrea" panose="02040603050506020204" pitchFamily="18" charset="0"/>
              </a:rPr>
              <a:t> </a:t>
            </a:r>
            <a:r>
              <a:rPr lang="en-US" dirty="0" err="1">
                <a:latin typeface="UTM Andrea" panose="02040603050506020204" pitchFamily="18" charset="0"/>
              </a:rPr>
              <a:t>bản</a:t>
            </a:r>
            <a:r>
              <a:rPr lang="en-US" dirty="0">
                <a:latin typeface="UTM Andrea" panose="02040603050506020204" pitchFamily="18" charset="0"/>
              </a:rPr>
              <a:t> </a:t>
            </a:r>
            <a:r>
              <a:rPr lang="en-US" dirty="0" err="1">
                <a:latin typeface="UTM Andrea" panose="02040603050506020204" pitchFamily="18" charset="0"/>
              </a:rPr>
              <a:t>đồ</a:t>
            </a:r>
            <a:br>
              <a:rPr lang="en-US" dirty="0">
                <a:latin typeface="UTM Andrea" panose="02040603050506020204" pitchFamily="18" charset="0"/>
              </a:rPr>
            </a:br>
            <a:r>
              <a:rPr lang="en-US" dirty="0" err="1">
                <a:latin typeface="UTM Andrea" panose="02040603050506020204" pitchFamily="18" charset="0"/>
              </a:rPr>
              <a:t>mê</a:t>
            </a:r>
            <a:r>
              <a:rPr lang="en-US" dirty="0">
                <a:latin typeface="UTM Andrea" panose="02040603050506020204" pitchFamily="18" charset="0"/>
              </a:rPr>
              <a:t> </a:t>
            </a:r>
            <a:r>
              <a:rPr lang="en-US" dirty="0" err="1">
                <a:latin typeface="UTM Andrea" panose="02040603050506020204" pitchFamily="18" charset="0"/>
              </a:rPr>
              <a:t>cung</a:t>
            </a:r>
            <a:endParaRPr dirty="0">
              <a:latin typeface="UTM Andrea" panose="02040603050506020204" pitchFamily="18" charset="0"/>
            </a:endParaRPr>
          </a:p>
        </p:txBody>
      </p:sp>
      <p:grpSp>
        <p:nvGrpSpPr>
          <p:cNvPr id="485" name="Google Shape;485;p43"/>
          <p:cNvGrpSpPr/>
          <p:nvPr/>
        </p:nvGrpSpPr>
        <p:grpSpPr>
          <a:xfrm rot="10800000">
            <a:off x="-364665" y="4289972"/>
            <a:ext cx="2159530" cy="548628"/>
            <a:chOff x="2641350" y="846250"/>
            <a:chExt cx="413600" cy="105075"/>
          </a:xfrm>
        </p:grpSpPr>
        <p:sp>
          <p:nvSpPr>
            <p:cNvPr id="486" name="Google Shape;486;p43"/>
            <p:cNvSpPr/>
            <p:nvPr/>
          </p:nvSpPr>
          <p:spPr>
            <a:xfrm>
              <a:off x="2991475" y="846250"/>
              <a:ext cx="63475" cy="105075"/>
            </a:xfrm>
            <a:custGeom>
              <a:avLst/>
              <a:gdLst/>
              <a:ahLst/>
              <a:cxnLst/>
              <a:rect l="l" t="t" r="r" b="b"/>
              <a:pathLst>
                <a:path w="2539" h="4203" extrusionOk="0">
                  <a:moveTo>
                    <a:pt x="2092" y="1"/>
                  </a:moveTo>
                  <a:lnTo>
                    <a:pt x="1" y="2111"/>
                  </a:lnTo>
                  <a:lnTo>
                    <a:pt x="2092" y="4202"/>
                  </a:lnTo>
                  <a:lnTo>
                    <a:pt x="2538" y="3756"/>
                  </a:lnTo>
                  <a:lnTo>
                    <a:pt x="874" y="2111"/>
                  </a:lnTo>
                  <a:lnTo>
                    <a:pt x="2538" y="447"/>
                  </a:lnTo>
                  <a:lnTo>
                    <a:pt x="209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43"/>
            <p:cNvSpPr/>
            <p:nvPr/>
          </p:nvSpPr>
          <p:spPr>
            <a:xfrm>
              <a:off x="2874775" y="846250"/>
              <a:ext cx="63450" cy="105075"/>
            </a:xfrm>
            <a:custGeom>
              <a:avLst/>
              <a:gdLst/>
              <a:ahLst/>
              <a:cxnLst/>
              <a:rect l="l" t="t" r="r" b="b"/>
              <a:pathLst>
                <a:path w="2538" h="4203" extrusionOk="0">
                  <a:moveTo>
                    <a:pt x="2091" y="1"/>
                  </a:moveTo>
                  <a:lnTo>
                    <a:pt x="0" y="2111"/>
                  </a:lnTo>
                  <a:lnTo>
                    <a:pt x="2091" y="4202"/>
                  </a:lnTo>
                  <a:lnTo>
                    <a:pt x="2538" y="3756"/>
                  </a:lnTo>
                  <a:lnTo>
                    <a:pt x="894" y="2111"/>
                  </a:lnTo>
                  <a:lnTo>
                    <a:pt x="2538" y="447"/>
                  </a:lnTo>
                  <a:lnTo>
                    <a:pt x="20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43"/>
            <p:cNvSpPr/>
            <p:nvPr/>
          </p:nvSpPr>
          <p:spPr>
            <a:xfrm>
              <a:off x="2758075" y="846250"/>
              <a:ext cx="63450" cy="105075"/>
            </a:xfrm>
            <a:custGeom>
              <a:avLst/>
              <a:gdLst/>
              <a:ahLst/>
              <a:cxnLst/>
              <a:rect l="l" t="t" r="r" b="b"/>
              <a:pathLst>
                <a:path w="2538" h="4203" extrusionOk="0">
                  <a:moveTo>
                    <a:pt x="2111" y="1"/>
                  </a:moveTo>
                  <a:lnTo>
                    <a:pt x="0" y="2111"/>
                  </a:lnTo>
                  <a:lnTo>
                    <a:pt x="2111" y="4202"/>
                  </a:lnTo>
                  <a:lnTo>
                    <a:pt x="2537" y="3756"/>
                  </a:lnTo>
                  <a:lnTo>
                    <a:pt x="893" y="2111"/>
                  </a:lnTo>
                  <a:lnTo>
                    <a:pt x="2537" y="447"/>
                  </a:lnTo>
                  <a:lnTo>
                    <a:pt x="21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43"/>
            <p:cNvSpPr/>
            <p:nvPr/>
          </p:nvSpPr>
          <p:spPr>
            <a:xfrm>
              <a:off x="2641350" y="846250"/>
              <a:ext cx="63975" cy="105075"/>
            </a:xfrm>
            <a:custGeom>
              <a:avLst/>
              <a:gdLst/>
              <a:ahLst/>
              <a:cxnLst/>
              <a:rect l="l" t="t" r="r" b="b"/>
              <a:pathLst>
                <a:path w="2559" h="4203" extrusionOk="0">
                  <a:moveTo>
                    <a:pt x="2112" y="1"/>
                  </a:moveTo>
                  <a:lnTo>
                    <a:pt x="1" y="2111"/>
                  </a:lnTo>
                  <a:lnTo>
                    <a:pt x="2112" y="4202"/>
                  </a:lnTo>
                  <a:lnTo>
                    <a:pt x="2558" y="3756"/>
                  </a:lnTo>
                  <a:lnTo>
                    <a:pt x="894" y="2111"/>
                  </a:lnTo>
                  <a:lnTo>
                    <a:pt x="2558" y="447"/>
                  </a:lnTo>
                  <a:lnTo>
                    <a:pt x="21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0" name="Google Shape;490;p43"/>
          <p:cNvSpPr/>
          <p:nvPr/>
        </p:nvSpPr>
        <p:spPr>
          <a:xfrm>
            <a:off x="961631" y="844637"/>
            <a:ext cx="998400" cy="998400"/>
          </a:xfrm>
          <a:prstGeom prst="ellipse">
            <a:avLst/>
          </a:prstGeom>
          <a:solidFill>
            <a:srgbClr val="718AC6">
              <a:alpha val="38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1" name="Google Shape;491;p43"/>
          <p:cNvGrpSpPr/>
          <p:nvPr/>
        </p:nvGrpSpPr>
        <p:grpSpPr>
          <a:xfrm>
            <a:off x="3595617" y="1013393"/>
            <a:ext cx="537556" cy="136576"/>
            <a:chOff x="2641350" y="846250"/>
            <a:chExt cx="413600" cy="105075"/>
          </a:xfrm>
        </p:grpSpPr>
        <p:sp>
          <p:nvSpPr>
            <p:cNvPr id="492" name="Google Shape;492;p43"/>
            <p:cNvSpPr/>
            <p:nvPr/>
          </p:nvSpPr>
          <p:spPr>
            <a:xfrm>
              <a:off x="2991475" y="846250"/>
              <a:ext cx="63475" cy="105075"/>
            </a:xfrm>
            <a:custGeom>
              <a:avLst/>
              <a:gdLst/>
              <a:ahLst/>
              <a:cxnLst/>
              <a:rect l="l" t="t" r="r" b="b"/>
              <a:pathLst>
                <a:path w="2539" h="4203" extrusionOk="0">
                  <a:moveTo>
                    <a:pt x="2092" y="1"/>
                  </a:moveTo>
                  <a:lnTo>
                    <a:pt x="1" y="2111"/>
                  </a:lnTo>
                  <a:lnTo>
                    <a:pt x="2092" y="4202"/>
                  </a:lnTo>
                  <a:lnTo>
                    <a:pt x="2538" y="3756"/>
                  </a:lnTo>
                  <a:lnTo>
                    <a:pt x="874" y="2111"/>
                  </a:lnTo>
                  <a:lnTo>
                    <a:pt x="2538" y="447"/>
                  </a:lnTo>
                  <a:lnTo>
                    <a:pt x="209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43"/>
            <p:cNvSpPr/>
            <p:nvPr/>
          </p:nvSpPr>
          <p:spPr>
            <a:xfrm>
              <a:off x="2874775" y="846250"/>
              <a:ext cx="63450" cy="105075"/>
            </a:xfrm>
            <a:custGeom>
              <a:avLst/>
              <a:gdLst/>
              <a:ahLst/>
              <a:cxnLst/>
              <a:rect l="l" t="t" r="r" b="b"/>
              <a:pathLst>
                <a:path w="2538" h="4203" extrusionOk="0">
                  <a:moveTo>
                    <a:pt x="2091" y="1"/>
                  </a:moveTo>
                  <a:lnTo>
                    <a:pt x="0" y="2111"/>
                  </a:lnTo>
                  <a:lnTo>
                    <a:pt x="2091" y="4202"/>
                  </a:lnTo>
                  <a:lnTo>
                    <a:pt x="2538" y="3756"/>
                  </a:lnTo>
                  <a:lnTo>
                    <a:pt x="894" y="2111"/>
                  </a:lnTo>
                  <a:lnTo>
                    <a:pt x="2538" y="447"/>
                  </a:lnTo>
                  <a:lnTo>
                    <a:pt x="209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43"/>
            <p:cNvSpPr/>
            <p:nvPr/>
          </p:nvSpPr>
          <p:spPr>
            <a:xfrm>
              <a:off x="2758075" y="846250"/>
              <a:ext cx="63450" cy="105075"/>
            </a:xfrm>
            <a:custGeom>
              <a:avLst/>
              <a:gdLst/>
              <a:ahLst/>
              <a:cxnLst/>
              <a:rect l="l" t="t" r="r" b="b"/>
              <a:pathLst>
                <a:path w="2538" h="4203" extrusionOk="0">
                  <a:moveTo>
                    <a:pt x="2111" y="1"/>
                  </a:moveTo>
                  <a:lnTo>
                    <a:pt x="0" y="2111"/>
                  </a:lnTo>
                  <a:lnTo>
                    <a:pt x="2111" y="4202"/>
                  </a:lnTo>
                  <a:lnTo>
                    <a:pt x="2537" y="3756"/>
                  </a:lnTo>
                  <a:lnTo>
                    <a:pt x="893" y="2111"/>
                  </a:lnTo>
                  <a:lnTo>
                    <a:pt x="2537" y="447"/>
                  </a:lnTo>
                  <a:lnTo>
                    <a:pt x="211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43"/>
            <p:cNvSpPr/>
            <p:nvPr/>
          </p:nvSpPr>
          <p:spPr>
            <a:xfrm>
              <a:off x="2641350" y="846250"/>
              <a:ext cx="63975" cy="105075"/>
            </a:xfrm>
            <a:custGeom>
              <a:avLst/>
              <a:gdLst/>
              <a:ahLst/>
              <a:cxnLst/>
              <a:rect l="l" t="t" r="r" b="b"/>
              <a:pathLst>
                <a:path w="2559" h="4203" extrusionOk="0">
                  <a:moveTo>
                    <a:pt x="2112" y="1"/>
                  </a:moveTo>
                  <a:lnTo>
                    <a:pt x="1" y="2111"/>
                  </a:lnTo>
                  <a:lnTo>
                    <a:pt x="2112" y="4202"/>
                  </a:lnTo>
                  <a:lnTo>
                    <a:pt x="2558" y="3756"/>
                  </a:lnTo>
                  <a:lnTo>
                    <a:pt x="894" y="2111"/>
                  </a:lnTo>
                  <a:lnTo>
                    <a:pt x="2558" y="447"/>
                  </a:lnTo>
                  <a:lnTo>
                    <a:pt x="21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6" name="Google Shape;496;p43"/>
          <p:cNvSpPr txBox="1">
            <a:spLocks noGrp="1"/>
          </p:cNvSpPr>
          <p:nvPr>
            <p:ph type="body" idx="1"/>
          </p:nvPr>
        </p:nvSpPr>
        <p:spPr>
          <a:xfrm>
            <a:off x="866916" y="2227183"/>
            <a:ext cx="3813159" cy="1993634"/>
          </a:xfrm>
          <a:prstGeom prst="rect">
            <a:avLst/>
          </a:prstGeom>
        </p:spPr>
        <p:txBody>
          <a:bodyPr spcFirstLastPara="1" wrap="square" lIns="91425" tIns="91425" rIns="91425" bIns="91425" anchor="t" anchorCtr="0">
            <a:noAutofit/>
          </a:bodyPr>
          <a:lstStyle/>
          <a:p>
            <a:pPr marL="0" lvl="0" indent="0" algn="just">
              <a:buNone/>
            </a:pPr>
            <a:r>
              <a:rPr lang="vi-VN" sz="1600" dirty="0">
                <a:solidFill>
                  <a:schemeClr val="dk1"/>
                </a:solidFill>
              </a:rPr>
              <a:t>Nguyên lý của DFS dựa trên việc khám phá từng đường đi đến khi không còn lối đi nào, sau đó quay lại các điểm ngã ba để tiếp tục tìm đường mới. Điều này giúp tạo ra các mê cung với đường đi phức tạp và nhiều ngã rẽ, thách thức khả năng giải mã của người chơi.</a:t>
            </a:r>
            <a:endParaRPr sz="1600" dirty="0">
              <a:solidFill>
                <a:schemeClr val="dk1"/>
              </a:solidFill>
            </a:endParaRPr>
          </a:p>
        </p:txBody>
      </p:sp>
      <p:pic>
        <p:nvPicPr>
          <p:cNvPr id="17" name="Picture 16"/>
          <p:cNvPicPr/>
          <p:nvPr/>
        </p:nvPicPr>
        <p:blipFill>
          <a:blip r:embed="rId3"/>
          <a:stretch>
            <a:fillRect/>
          </a:stretch>
        </p:blipFill>
        <p:spPr>
          <a:xfrm>
            <a:off x="5189943" y="814210"/>
            <a:ext cx="3496862" cy="3514980"/>
          </a:xfrm>
          <a:prstGeom prst="rect">
            <a:avLst/>
          </a:prstGeom>
        </p:spPr>
      </p:pic>
    </p:spTree>
    <p:extLst>
      <p:ext uri="{BB962C8B-B14F-4D97-AF65-F5344CB8AC3E}">
        <p14:creationId xmlns:p14="http://schemas.microsoft.com/office/powerpoint/2010/main" val="229676366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96">
                                            <p:txEl>
                                              <p:pRg st="0" end="0"/>
                                            </p:txEl>
                                          </p:spTgt>
                                        </p:tgtEl>
                                        <p:attrNameLst>
                                          <p:attrName>style.visibility</p:attrName>
                                        </p:attrNameLst>
                                      </p:cBhvr>
                                      <p:to>
                                        <p:strVal val="visible"/>
                                      </p:to>
                                    </p:set>
                                    <p:animEffect transition="in" filter="fade">
                                      <p:cBhvr>
                                        <p:cTn id="7" dur="100"/>
                                        <p:tgtEl>
                                          <p:spTgt spid="496">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1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17" name="Google Shape;483;p43"/>
          <p:cNvSpPr/>
          <p:nvPr/>
        </p:nvSpPr>
        <p:spPr>
          <a:xfrm>
            <a:off x="4541389" y="688063"/>
            <a:ext cx="4488311" cy="3532754"/>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8" name="Picture 17" descr="A computer screen with text and numbers&#10;&#10;Description automatically generated"/>
          <p:cNvPicPr/>
          <p:nvPr/>
        </p:nvPicPr>
        <p:blipFill rotWithShape="1">
          <a:blip r:embed="rId3"/>
          <a:srcRect r="4178"/>
          <a:stretch/>
        </p:blipFill>
        <p:spPr>
          <a:xfrm>
            <a:off x="4604807" y="804000"/>
            <a:ext cx="4361473" cy="3285794"/>
          </a:xfrm>
          <a:prstGeom prst="rect">
            <a:avLst/>
          </a:prstGeom>
        </p:spPr>
      </p:pic>
      <p:sp>
        <p:nvSpPr>
          <p:cNvPr id="483" name="Google Shape;483;p43"/>
          <p:cNvSpPr/>
          <p:nvPr/>
        </p:nvSpPr>
        <p:spPr>
          <a:xfrm>
            <a:off x="364580" y="535000"/>
            <a:ext cx="4107600" cy="4073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43"/>
          <p:cNvSpPr txBox="1">
            <a:spLocks noGrp="1"/>
          </p:cNvSpPr>
          <p:nvPr>
            <p:ph type="title"/>
          </p:nvPr>
        </p:nvSpPr>
        <p:spPr>
          <a:xfrm>
            <a:off x="545480" y="1424283"/>
            <a:ext cx="36759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err="1">
                <a:latin typeface="UTM Andrea" panose="02040603050506020204" pitchFamily="18" charset="0"/>
              </a:rPr>
              <a:t>Cách</a:t>
            </a:r>
            <a:r>
              <a:rPr lang="en-US" dirty="0">
                <a:latin typeface="UTM Andrea" panose="02040603050506020204" pitchFamily="18" charset="0"/>
              </a:rPr>
              <a:t> </a:t>
            </a:r>
            <a:r>
              <a:rPr lang="en-US" dirty="0" err="1">
                <a:latin typeface="UTM Andrea" panose="02040603050506020204" pitchFamily="18" charset="0"/>
              </a:rPr>
              <a:t>thức</a:t>
            </a:r>
            <a:br>
              <a:rPr lang="en-US" dirty="0">
                <a:latin typeface="UTM Andrea" panose="02040603050506020204" pitchFamily="18" charset="0"/>
              </a:rPr>
            </a:br>
            <a:r>
              <a:rPr lang="en-US" dirty="0" err="1">
                <a:latin typeface="UTM Andrea" panose="02040603050506020204" pitchFamily="18" charset="0"/>
              </a:rPr>
              <a:t>hoạt</a:t>
            </a:r>
            <a:r>
              <a:rPr lang="en-US" dirty="0">
                <a:latin typeface="UTM Andrea" panose="02040603050506020204" pitchFamily="18" charset="0"/>
              </a:rPr>
              <a:t> </a:t>
            </a:r>
            <a:r>
              <a:rPr lang="en-US" dirty="0" err="1">
                <a:latin typeface="UTM Andrea" panose="02040603050506020204" pitchFamily="18" charset="0"/>
              </a:rPr>
              <a:t>động</a:t>
            </a:r>
            <a:endParaRPr dirty="0">
              <a:latin typeface="UTM Andrea" panose="02040603050506020204" pitchFamily="18" charset="0"/>
            </a:endParaRPr>
          </a:p>
        </p:txBody>
      </p:sp>
      <p:grpSp>
        <p:nvGrpSpPr>
          <p:cNvPr id="485" name="Google Shape;485;p43"/>
          <p:cNvGrpSpPr/>
          <p:nvPr/>
        </p:nvGrpSpPr>
        <p:grpSpPr>
          <a:xfrm rot="10800000">
            <a:off x="-364665" y="4115874"/>
            <a:ext cx="2159530" cy="548628"/>
            <a:chOff x="2641350" y="846250"/>
            <a:chExt cx="413600" cy="105075"/>
          </a:xfrm>
        </p:grpSpPr>
        <p:sp>
          <p:nvSpPr>
            <p:cNvPr id="486" name="Google Shape;486;p43"/>
            <p:cNvSpPr/>
            <p:nvPr/>
          </p:nvSpPr>
          <p:spPr>
            <a:xfrm>
              <a:off x="2991475" y="846250"/>
              <a:ext cx="63475" cy="105075"/>
            </a:xfrm>
            <a:custGeom>
              <a:avLst/>
              <a:gdLst/>
              <a:ahLst/>
              <a:cxnLst/>
              <a:rect l="l" t="t" r="r" b="b"/>
              <a:pathLst>
                <a:path w="2539" h="4203" extrusionOk="0">
                  <a:moveTo>
                    <a:pt x="2092" y="1"/>
                  </a:moveTo>
                  <a:lnTo>
                    <a:pt x="1" y="2111"/>
                  </a:lnTo>
                  <a:lnTo>
                    <a:pt x="2092" y="4202"/>
                  </a:lnTo>
                  <a:lnTo>
                    <a:pt x="2538" y="3756"/>
                  </a:lnTo>
                  <a:lnTo>
                    <a:pt x="874" y="2111"/>
                  </a:lnTo>
                  <a:lnTo>
                    <a:pt x="2538" y="447"/>
                  </a:lnTo>
                  <a:lnTo>
                    <a:pt x="209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43"/>
            <p:cNvSpPr/>
            <p:nvPr/>
          </p:nvSpPr>
          <p:spPr>
            <a:xfrm>
              <a:off x="2874775" y="846250"/>
              <a:ext cx="63450" cy="105075"/>
            </a:xfrm>
            <a:custGeom>
              <a:avLst/>
              <a:gdLst/>
              <a:ahLst/>
              <a:cxnLst/>
              <a:rect l="l" t="t" r="r" b="b"/>
              <a:pathLst>
                <a:path w="2538" h="4203" extrusionOk="0">
                  <a:moveTo>
                    <a:pt x="2091" y="1"/>
                  </a:moveTo>
                  <a:lnTo>
                    <a:pt x="0" y="2111"/>
                  </a:lnTo>
                  <a:lnTo>
                    <a:pt x="2091" y="4202"/>
                  </a:lnTo>
                  <a:lnTo>
                    <a:pt x="2538" y="3756"/>
                  </a:lnTo>
                  <a:lnTo>
                    <a:pt x="894" y="2111"/>
                  </a:lnTo>
                  <a:lnTo>
                    <a:pt x="2538" y="447"/>
                  </a:lnTo>
                  <a:lnTo>
                    <a:pt x="20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43"/>
            <p:cNvSpPr/>
            <p:nvPr/>
          </p:nvSpPr>
          <p:spPr>
            <a:xfrm>
              <a:off x="2758075" y="846250"/>
              <a:ext cx="63450" cy="105075"/>
            </a:xfrm>
            <a:custGeom>
              <a:avLst/>
              <a:gdLst/>
              <a:ahLst/>
              <a:cxnLst/>
              <a:rect l="l" t="t" r="r" b="b"/>
              <a:pathLst>
                <a:path w="2538" h="4203" extrusionOk="0">
                  <a:moveTo>
                    <a:pt x="2111" y="1"/>
                  </a:moveTo>
                  <a:lnTo>
                    <a:pt x="0" y="2111"/>
                  </a:lnTo>
                  <a:lnTo>
                    <a:pt x="2111" y="4202"/>
                  </a:lnTo>
                  <a:lnTo>
                    <a:pt x="2537" y="3756"/>
                  </a:lnTo>
                  <a:lnTo>
                    <a:pt x="893" y="2111"/>
                  </a:lnTo>
                  <a:lnTo>
                    <a:pt x="2537" y="447"/>
                  </a:lnTo>
                  <a:lnTo>
                    <a:pt x="21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43"/>
            <p:cNvSpPr/>
            <p:nvPr/>
          </p:nvSpPr>
          <p:spPr>
            <a:xfrm>
              <a:off x="2641350" y="846250"/>
              <a:ext cx="63975" cy="105075"/>
            </a:xfrm>
            <a:custGeom>
              <a:avLst/>
              <a:gdLst/>
              <a:ahLst/>
              <a:cxnLst/>
              <a:rect l="l" t="t" r="r" b="b"/>
              <a:pathLst>
                <a:path w="2559" h="4203" extrusionOk="0">
                  <a:moveTo>
                    <a:pt x="2112" y="1"/>
                  </a:moveTo>
                  <a:lnTo>
                    <a:pt x="1" y="2111"/>
                  </a:lnTo>
                  <a:lnTo>
                    <a:pt x="2112" y="4202"/>
                  </a:lnTo>
                  <a:lnTo>
                    <a:pt x="2558" y="3756"/>
                  </a:lnTo>
                  <a:lnTo>
                    <a:pt x="894" y="2111"/>
                  </a:lnTo>
                  <a:lnTo>
                    <a:pt x="2558" y="447"/>
                  </a:lnTo>
                  <a:lnTo>
                    <a:pt x="21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0" name="Google Shape;490;p43"/>
          <p:cNvSpPr/>
          <p:nvPr/>
        </p:nvSpPr>
        <p:spPr>
          <a:xfrm>
            <a:off x="796465" y="841200"/>
            <a:ext cx="998400" cy="998400"/>
          </a:xfrm>
          <a:prstGeom prst="ellipse">
            <a:avLst/>
          </a:prstGeom>
          <a:solidFill>
            <a:srgbClr val="718AC6">
              <a:alpha val="38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1" name="Google Shape;491;p43"/>
          <p:cNvGrpSpPr/>
          <p:nvPr/>
        </p:nvGrpSpPr>
        <p:grpSpPr>
          <a:xfrm>
            <a:off x="3245097" y="1013393"/>
            <a:ext cx="537556" cy="136576"/>
            <a:chOff x="2641350" y="846250"/>
            <a:chExt cx="413600" cy="105075"/>
          </a:xfrm>
        </p:grpSpPr>
        <p:sp>
          <p:nvSpPr>
            <p:cNvPr id="492" name="Google Shape;492;p43"/>
            <p:cNvSpPr/>
            <p:nvPr/>
          </p:nvSpPr>
          <p:spPr>
            <a:xfrm>
              <a:off x="2991475" y="846250"/>
              <a:ext cx="63475" cy="105075"/>
            </a:xfrm>
            <a:custGeom>
              <a:avLst/>
              <a:gdLst/>
              <a:ahLst/>
              <a:cxnLst/>
              <a:rect l="l" t="t" r="r" b="b"/>
              <a:pathLst>
                <a:path w="2539" h="4203" extrusionOk="0">
                  <a:moveTo>
                    <a:pt x="2092" y="1"/>
                  </a:moveTo>
                  <a:lnTo>
                    <a:pt x="1" y="2111"/>
                  </a:lnTo>
                  <a:lnTo>
                    <a:pt x="2092" y="4202"/>
                  </a:lnTo>
                  <a:lnTo>
                    <a:pt x="2538" y="3756"/>
                  </a:lnTo>
                  <a:lnTo>
                    <a:pt x="874" y="2111"/>
                  </a:lnTo>
                  <a:lnTo>
                    <a:pt x="2538" y="447"/>
                  </a:lnTo>
                  <a:lnTo>
                    <a:pt x="209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43"/>
            <p:cNvSpPr/>
            <p:nvPr/>
          </p:nvSpPr>
          <p:spPr>
            <a:xfrm>
              <a:off x="2874775" y="846250"/>
              <a:ext cx="63450" cy="105075"/>
            </a:xfrm>
            <a:custGeom>
              <a:avLst/>
              <a:gdLst/>
              <a:ahLst/>
              <a:cxnLst/>
              <a:rect l="l" t="t" r="r" b="b"/>
              <a:pathLst>
                <a:path w="2538" h="4203" extrusionOk="0">
                  <a:moveTo>
                    <a:pt x="2091" y="1"/>
                  </a:moveTo>
                  <a:lnTo>
                    <a:pt x="0" y="2111"/>
                  </a:lnTo>
                  <a:lnTo>
                    <a:pt x="2091" y="4202"/>
                  </a:lnTo>
                  <a:lnTo>
                    <a:pt x="2538" y="3756"/>
                  </a:lnTo>
                  <a:lnTo>
                    <a:pt x="894" y="2111"/>
                  </a:lnTo>
                  <a:lnTo>
                    <a:pt x="2538" y="447"/>
                  </a:lnTo>
                  <a:lnTo>
                    <a:pt x="209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43"/>
            <p:cNvSpPr/>
            <p:nvPr/>
          </p:nvSpPr>
          <p:spPr>
            <a:xfrm>
              <a:off x="2758075" y="846250"/>
              <a:ext cx="63450" cy="105075"/>
            </a:xfrm>
            <a:custGeom>
              <a:avLst/>
              <a:gdLst/>
              <a:ahLst/>
              <a:cxnLst/>
              <a:rect l="l" t="t" r="r" b="b"/>
              <a:pathLst>
                <a:path w="2538" h="4203" extrusionOk="0">
                  <a:moveTo>
                    <a:pt x="2111" y="1"/>
                  </a:moveTo>
                  <a:lnTo>
                    <a:pt x="0" y="2111"/>
                  </a:lnTo>
                  <a:lnTo>
                    <a:pt x="2111" y="4202"/>
                  </a:lnTo>
                  <a:lnTo>
                    <a:pt x="2537" y="3756"/>
                  </a:lnTo>
                  <a:lnTo>
                    <a:pt x="893" y="2111"/>
                  </a:lnTo>
                  <a:lnTo>
                    <a:pt x="2537" y="447"/>
                  </a:lnTo>
                  <a:lnTo>
                    <a:pt x="211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43"/>
            <p:cNvSpPr/>
            <p:nvPr/>
          </p:nvSpPr>
          <p:spPr>
            <a:xfrm>
              <a:off x="2641350" y="846250"/>
              <a:ext cx="63975" cy="105075"/>
            </a:xfrm>
            <a:custGeom>
              <a:avLst/>
              <a:gdLst/>
              <a:ahLst/>
              <a:cxnLst/>
              <a:rect l="l" t="t" r="r" b="b"/>
              <a:pathLst>
                <a:path w="2559" h="4203" extrusionOk="0">
                  <a:moveTo>
                    <a:pt x="2112" y="1"/>
                  </a:moveTo>
                  <a:lnTo>
                    <a:pt x="1" y="2111"/>
                  </a:lnTo>
                  <a:lnTo>
                    <a:pt x="2112" y="4202"/>
                  </a:lnTo>
                  <a:lnTo>
                    <a:pt x="2558" y="3756"/>
                  </a:lnTo>
                  <a:lnTo>
                    <a:pt x="894" y="2111"/>
                  </a:lnTo>
                  <a:lnTo>
                    <a:pt x="2558" y="447"/>
                  </a:lnTo>
                  <a:lnTo>
                    <a:pt x="21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6" name="Google Shape;496;p43"/>
          <p:cNvSpPr txBox="1">
            <a:spLocks noGrp="1"/>
          </p:cNvSpPr>
          <p:nvPr>
            <p:ph type="body" idx="1"/>
          </p:nvPr>
        </p:nvSpPr>
        <p:spPr>
          <a:xfrm>
            <a:off x="837025" y="2227183"/>
            <a:ext cx="3222628" cy="1993634"/>
          </a:xfrm>
          <a:prstGeom prst="rect">
            <a:avLst/>
          </a:prstGeom>
        </p:spPr>
        <p:txBody>
          <a:bodyPr spcFirstLastPara="1" wrap="square" lIns="91425" tIns="91425" rIns="91425" bIns="91425" anchor="t" anchorCtr="0">
            <a:noAutofit/>
          </a:bodyPr>
          <a:lstStyle/>
          <a:p>
            <a:pPr marL="0" lvl="0" indent="0" algn="just">
              <a:buNone/>
            </a:pPr>
            <a:r>
              <a:rPr lang="vi-VN" sz="1800" b="1" dirty="0">
                <a:solidFill>
                  <a:schemeClr val="dk1"/>
                </a:solidFill>
              </a:rPr>
              <a:t>Khởi tạo: </a:t>
            </a:r>
            <a:r>
              <a:rPr lang="vi-VN" sz="1800" dirty="0">
                <a:solidFill>
                  <a:schemeClr val="dk1"/>
                </a:solidFill>
              </a:rPr>
              <a:t>Trò chơi bắt đầu với một lưới ô vuông, trong đó mỗi ô được đánh dấu là tường. Chọn một ô ngẫu nhiên làm điểm xuất phát.</a:t>
            </a:r>
            <a:endParaRPr sz="1800" dirty="0">
              <a:solidFill>
                <a:schemeClr val="dk1"/>
              </a:solidFill>
            </a:endParaRPr>
          </a:p>
        </p:txBody>
      </p:sp>
    </p:spTree>
    <p:extLst>
      <p:ext uri="{BB962C8B-B14F-4D97-AF65-F5344CB8AC3E}">
        <p14:creationId xmlns:p14="http://schemas.microsoft.com/office/powerpoint/2010/main" val="295300553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96">
                                            <p:txEl>
                                              <p:pRg st="0" end="0"/>
                                            </p:txEl>
                                          </p:spTgt>
                                        </p:tgtEl>
                                        <p:attrNameLst>
                                          <p:attrName>style.visibility</p:attrName>
                                        </p:attrNameLst>
                                      </p:cBhvr>
                                      <p:to>
                                        <p:strVal val="visible"/>
                                      </p:to>
                                    </p:set>
                                    <p:animEffect transition="in" filter="fade">
                                      <p:cBhvr>
                                        <p:cTn id="7" dur="100"/>
                                        <p:tgtEl>
                                          <p:spTgt spid="496">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1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17" name="Google Shape;483;p43"/>
          <p:cNvSpPr/>
          <p:nvPr/>
        </p:nvSpPr>
        <p:spPr>
          <a:xfrm>
            <a:off x="5187637" y="1013394"/>
            <a:ext cx="3449370" cy="3006346"/>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43"/>
          <p:cNvSpPr/>
          <p:nvPr/>
        </p:nvSpPr>
        <p:spPr>
          <a:xfrm>
            <a:off x="181700" y="490886"/>
            <a:ext cx="4687480" cy="4073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43"/>
          <p:cNvSpPr txBox="1">
            <a:spLocks noGrp="1"/>
          </p:cNvSpPr>
          <p:nvPr>
            <p:ph type="title"/>
          </p:nvPr>
        </p:nvSpPr>
        <p:spPr>
          <a:xfrm>
            <a:off x="706739" y="1312211"/>
            <a:ext cx="36759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err="1">
                <a:latin typeface="UTM Andrea" panose="02040603050506020204" pitchFamily="18" charset="0"/>
              </a:rPr>
              <a:t>Cách</a:t>
            </a:r>
            <a:r>
              <a:rPr lang="en-US" dirty="0">
                <a:latin typeface="UTM Andrea" panose="02040603050506020204" pitchFamily="18" charset="0"/>
              </a:rPr>
              <a:t> </a:t>
            </a:r>
            <a:r>
              <a:rPr lang="en-US" dirty="0" err="1">
                <a:latin typeface="UTM Andrea" panose="02040603050506020204" pitchFamily="18" charset="0"/>
              </a:rPr>
              <a:t>thức</a:t>
            </a:r>
            <a:br>
              <a:rPr lang="en-US" dirty="0">
                <a:latin typeface="UTM Andrea" panose="02040603050506020204" pitchFamily="18" charset="0"/>
              </a:rPr>
            </a:br>
            <a:r>
              <a:rPr lang="en-US" dirty="0" err="1">
                <a:latin typeface="UTM Andrea" panose="02040603050506020204" pitchFamily="18" charset="0"/>
              </a:rPr>
              <a:t>hoạt</a:t>
            </a:r>
            <a:r>
              <a:rPr lang="en-US" dirty="0">
                <a:latin typeface="UTM Andrea" panose="02040603050506020204" pitchFamily="18" charset="0"/>
              </a:rPr>
              <a:t> </a:t>
            </a:r>
            <a:r>
              <a:rPr lang="en-US" dirty="0" err="1">
                <a:latin typeface="UTM Andrea" panose="02040603050506020204" pitchFamily="18" charset="0"/>
              </a:rPr>
              <a:t>động</a:t>
            </a:r>
            <a:endParaRPr dirty="0">
              <a:latin typeface="UTM Andrea" panose="02040603050506020204" pitchFamily="18" charset="0"/>
            </a:endParaRPr>
          </a:p>
        </p:txBody>
      </p:sp>
      <p:sp>
        <p:nvSpPr>
          <p:cNvPr id="490" name="Google Shape;490;p43"/>
          <p:cNvSpPr/>
          <p:nvPr/>
        </p:nvSpPr>
        <p:spPr>
          <a:xfrm>
            <a:off x="764973" y="685469"/>
            <a:ext cx="998400" cy="998400"/>
          </a:xfrm>
          <a:prstGeom prst="ellipse">
            <a:avLst/>
          </a:prstGeom>
          <a:solidFill>
            <a:srgbClr val="718AC6">
              <a:alpha val="38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1" name="Google Shape;491;p43"/>
          <p:cNvGrpSpPr/>
          <p:nvPr/>
        </p:nvGrpSpPr>
        <p:grpSpPr>
          <a:xfrm>
            <a:off x="3595617" y="1013393"/>
            <a:ext cx="537556" cy="136576"/>
            <a:chOff x="2641350" y="846250"/>
            <a:chExt cx="413600" cy="105075"/>
          </a:xfrm>
        </p:grpSpPr>
        <p:sp>
          <p:nvSpPr>
            <p:cNvPr id="492" name="Google Shape;492;p43"/>
            <p:cNvSpPr/>
            <p:nvPr/>
          </p:nvSpPr>
          <p:spPr>
            <a:xfrm>
              <a:off x="2991475" y="846250"/>
              <a:ext cx="63475" cy="105075"/>
            </a:xfrm>
            <a:custGeom>
              <a:avLst/>
              <a:gdLst/>
              <a:ahLst/>
              <a:cxnLst/>
              <a:rect l="l" t="t" r="r" b="b"/>
              <a:pathLst>
                <a:path w="2539" h="4203" extrusionOk="0">
                  <a:moveTo>
                    <a:pt x="2092" y="1"/>
                  </a:moveTo>
                  <a:lnTo>
                    <a:pt x="1" y="2111"/>
                  </a:lnTo>
                  <a:lnTo>
                    <a:pt x="2092" y="4202"/>
                  </a:lnTo>
                  <a:lnTo>
                    <a:pt x="2538" y="3756"/>
                  </a:lnTo>
                  <a:lnTo>
                    <a:pt x="874" y="2111"/>
                  </a:lnTo>
                  <a:lnTo>
                    <a:pt x="2538" y="447"/>
                  </a:lnTo>
                  <a:lnTo>
                    <a:pt x="209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43"/>
            <p:cNvSpPr/>
            <p:nvPr/>
          </p:nvSpPr>
          <p:spPr>
            <a:xfrm>
              <a:off x="2874775" y="846250"/>
              <a:ext cx="63450" cy="105075"/>
            </a:xfrm>
            <a:custGeom>
              <a:avLst/>
              <a:gdLst/>
              <a:ahLst/>
              <a:cxnLst/>
              <a:rect l="l" t="t" r="r" b="b"/>
              <a:pathLst>
                <a:path w="2538" h="4203" extrusionOk="0">
                  <a:moveTo>
                    <a:pt x="2091" y="1"/>
                  </a:moveTo>
                  <a:lnTo>
                    <a:pt x="0" y="2111"/>
                  </a:lnTo>
                  <a:lnTo>
                    <a:pt x="2091" y="4202"/>
                  </a:lnTo>
                  <a:lnTo>
                    <a:pt x="2538" y="3756"/>
                  </a:lnTo>
                  <a:lnTo>
                    <a:pt x="894" y="2111"/>
                  </a:lnTo>
                  <a:lnTo>
                    <a:pt x="2538" y="447"/>
                  </a:lnTo>
                  <a:lnTo>
                    <a:pt x="209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43"/>
            <p:cNvSpPr/>
            <p:nvPr/>
          </p:nvSpPr>
          <p:spPr>
            <a:xfrm>
              <a:off x="2758075" y="846250"/>
              <a:ext cx="63450" cy="105075"/>
            </a:xfrm>
            <a:custGeom>
              <a:avLst/>
              <a:gdLst/>
              <a:ahLst/>
              <a:cxnLst/>
              <a:rect l="l" t="t" r="r" b="b"/>
              <a:pathLst>
                <a:path w="2538" h="4203" extrusionOk="0">
                  <a:moveTo>
                    <a:pt x="2111" y="1"/>
                  </a:moveTo>
                  <a:lnTo>
                    <a:pt x="0" y="2111"/>
                  </a:lnTo>
                  <a:lnTo>
                    <a:pt x="2111" y="4202"/>
                  </a:lnTo>
                  <a:lnTo>
                    <a:pt x="2537" y="3756"/>
                  </a:lnTo>
                  <a:lnTo>
                    <a:pt x="893" y="2111"/>
                  </a:lnTo>
                  <a:lnTo>
                    <a:pt x="2537" y="447"/>
                  </a:lnTo>
                  <a:lnTo>
                    <a:pt x="211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43"/>
            <p:cNvSpPr/>
            <p:nvPr/>
          </p:nvSpPr>
          <p:spPr>
            <a:xfrm>
              <a:off x="2641350" y="846250"/>
              <a:ext cx="63975" cy="105075"/>
            </a:xfrm>
            <a:custGeom>
              <a:avLst/>
              <a:gdLst/>
              <a:ahLst/>
              <a:cxnLst/>
              <a:rect l="l" t="t" r="r" b="b"/>
              <a:pathLst>
                <a:path w="2559" h="4203" extrusionOk="0">
                  <a:moveTo>
                    <a:pt x="2112" y="1"/>
                  </a:moveTo>
                  <a:lnTo>
                    <a:pt x="1" y="2111"/>
                  </a:lnTo>
                  <a:lnTo>
                    <a:pt x="2112" y="4202"/>
                  </a:lnTo>
                  <a:lnTo>
                    <a:pt x="2558" y="3756"/>
                  </a:lnTo>
                  <a:lnTo>
                    <a:pt x="894" y="2111"/>
                  </a:lnTo>
                  <a:lnTo>
                    <a:pt x="2558" y="447"/>
                  </a:lnTo>
                  <a:lnTo>
                    <a:pt x="21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6" name="Google Shape;496;p43"/>
          <p:cNvSpPr txBox="1">
            <a:spLocks noGrp="1"/>
          </p:cNvSpPr>
          <p:nvPr>
            <p:ph type="body" idx="1"/>
          </p:nvPr>
        </p:nvSpPr>
        <p:spPr>
          <a:xfrm>
            <a:off x="181700" y="2148369"/>
            <a:ext cx="4620700" cy="2415917"/>
          </a:xfrm>
          <a:prstGeom prst="rect">
            <a:avLst/>
          </a:prstGeom>
        </p:spPr>
        <p:txBody>
          <a:bodyPr spcFirstLastPara="1" wrap="square" lIns="91425" tIns="91425" rIns="91425" bIns="91425" anchor="t" anchorCtr="0">
            <a:noAutofit/>
          </a:bodyPr>
          <a:lstStyle/>
          <a:p>
            <a:pPr marL="0" lvl="0" indent="0" algn="just">
              <a:buNone/>
            </a:pPr>
            <a:r>
              <a:rPr lang="vi-VN" sz="1600" b="1" dirty="0">
                <a:solidFill>
                  <a:schemeClr val="tx1"/>
                </a:solidFill>
              </a:rPr>
              <a:t>- Chọn ngẫu nhiên hướng đi từ điểm xuất phát và phá tường giữa ô hiện tại và ô tiếp theo.</a:t>
            </a:r>
          </a:p>
          <a:p>
            <a:pPr marL="0" lvl="0" indent="0" algn="just">
              <a:buNone/>
            </a:pPr>
            <a:r>
              <a:rPr lang="vi-VN" sz="1600" b="1" dirty="0">
                <a:solidFill>
                  <a:schemeClr val="tx1"/>
                </a:solidFill>
              </a:rPr>
              <a:t>- Đặt ô tiếp theo làm ô hiện tại và đánh dấu là đã khám phá.</a:t>
            </a:r>
          </a:p>
          <a:p>
            <a:pPr marL="0" lvl="0" indent="0" algn="just">
              <a:buNone/>
            </a:pPr>
            <a:r>
              <a:rPr lang="vi-VN" sz="1600" b="1" dirty="0">
                <a:solidFill>
                  <a:schemeClr val="tx1"/>
                </a:solidFill>
              </a:rPr>
              <a:t>- Lặp lại quá trình cho đến khi không còn ô để khám phá từ ô hiện tại.</a:t>
            </a:r>
          </a:p>
          <a:p>
            <a:pPr marL="0" lvl="0" indent="0" algn="just">
              <a:buNone/>
            </a:pPr>
            <a:r>
              <a:rPr lang="vi-VN" sz="1600" b="1" dirty="0">
                <a:solidFill>
                  <a:schemeClr val="tx1"/>
                </a:solidFill>
              </a:rPr>
              <a:t>- Quay lại ô trước để kiểm tra các lối đi chưa khám phá và tiếp tục phá tường cho đến khi tất cả các ô được khám phá.</a:t>
            </a:r>
            <a:endParaRPr lang="vi-VN" sz="1600" dirty="0">
              <a:solidFill>
                <a:schemeClr val="tx1"/>
              </a:solidFill>
            </a:endParaRPr>
          </a:p>
        </p:txBody>
      </p:sp>
      <p:grpSp>
        <p:nvGrpSpPr>
          <p:cNvPr id="485" name="Google Shape;485;p43"/>
          <p:cNvGrpSpPr/>
          <p:nvPr/>
        </p:nvGrpSpPr>
        <p:grpSpPr>
          <a:xfrm rot="10800000">
            <a:off x="-364666" y="4564286"/>
            <a:ext cx="2159530" cy="548628"/>
            <a:chOff x="2641350" y="846250"/>
            <a:chExt cx="413600" cy="105075"/>
          </a:xfrm>
        </p:grpSpPr>
        <p:sp>
          <p:nvSpPr>
            <p:cNvPr id="486" name="Google Shape;486;p43"/>
            <p:cNvSpPr/>
            <p:nvPr/>
          </p:nvSpPr>
          <p:spPr>
            <a:xfrm>
              <a:off x="2991475" y="846250"/>
              <a:ext cx="63475" cy="105075"/>
            </a:xfrm>
            <a:custGeom>
              <a:avLst/>
              <a:gdLst/>
              <a:ahLst/>
              <a:cxnLst/>
              <a:rect l="l" t="t" r="r" b="b"/>
              <a:pathLst>
                <a:path w="2539" h="4203" extrusionOk="0">
                  <a:moveTo>
                    <a:pt x="2092" y="1"/>
                  </a:moveTo>
                  <a:lnTo>
                    <a:pt x="1" y="2111"/>
                  </a:lnTo>
                  <a:lnTo>
                    <a:pt x="2092" y="4202"/>
                  </a:lnTo>
                  <a:lnTo>
                    <a:pt x="2538" y="3756"/>
                  </a:lnTo>
                  <a:lnTo>
                    <a:pt x="874" y="2111"/>
                  </a:lnTo>
                  <a:lnTo>
                    <a:pt x="2538" y="447"/>
                  </a:lnTo>
                  <a:lnTo>
                    <a:pt x="209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43"/>
            <p:cNvSpPr/>
            <p:nvPr/>
          </p:nvSpPr>
          <p:spPr>
            <a:xfrm>
              <a:off x="2874775" y="846250"/>
              <a:ext cx="63450" cy="105075"/>
            </a:xfrm>
            <a:custGeom>
              <a:avLst/>
              <a:gdLst/>
              <a:ahLst/>
              <a:cxnLst/>
              <a:rect l="l" t="t" r="r" b="b"/>
              <a:pathLst>
                <a:path w="2538" h="4203" extrusionOk="0">
                  <a:moveTo>
                    <a:pt x="2091" y="1"/>
                  </a:moveTo>
                  <a:lnTo>
                    <a:pt x="0" y="2111"/>
                  </a:lnTo>
                  <a:lnTo>
                    <a:pt x="2091" y="4202"/>
                  </a:lnTo>
                  <a:lnTo>
                    <a:pt x="2538" y="3756"/>
                  </a:lnTo>
                  <a:lnTo>
                    <a:pt x="894" y="2111"/>
                  </a:lnTo>
                  <a:lnTo>
                    <a:pt x="2538" y="447"/>
                  </a:lnTo>
                  <a:lnTo>
                    <a:pt x="20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43"/>
            <p:cNvSpPr/>
            <p:nvPr/>
          </p:nvSpPr>
          <p:spPr>
            <a:xfrm>
              <a:off x="2758075" y="846250"/>
              <a:ext cx="63450" cy="105075"/>
            </a:xfrm>
            <a:custGeom>
              <a:avLst/>
              <a:gdLst/>
              <a:ahLst/>
              <a:cxnLst/>
              <a:rect l="l" t="t" r="r" b="b"/>
              <a:pathLst>
                <a:path w="2538" h="4203" extrusionOk="0">
                  <a:moveTo>
                    <a:pt x="2111" y="1"/>
                  </a:moveTo>
                  <a:lnTo>
                    <a:pt x="0" y="2111"/>
                  </a:lnTo>
                  <a:lnTo>
                    <a:pt x="2111" y="4202"/>
                  </a:lnTo>
                  <a:lnTo>
                    <a:pt x="2537" y="3756"/>
                  </a:lnTo>
                  <a:lnTo>
                    <a:pt x="893" y="2111"/>
                  </a:lnTo>
                  <a:lnTo>
                    <a:pt x="2537" y="447"/>
                  </a:lnTo>
                  <a:lnTo>
                    <a:pt x="21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43"/>
            <p:cNvSpPr/>
            <p:nvPr/>
          </p:nvSpPr>
          <p:spPr>
            <a:xfrm>
              <a:off x="2641350" y="846250"/>
              <a:ext cx="63975" cy="105075"/>
            </a:xfrm>
            <a:custGeom>
              <a:avLst/>
              <a:gdLst/>
              <a:ahLst/>
              <a:cxnLst/>
              <a:rect l="l" t="t" r="r" b="b"/>
              <a:pathLst>
                <a:path w="2559" h="4203" extrusionOk="0">
                  <a:moveTo>
                    <a:pt x="2112" y="1"/>
                  </a:moveTo>
                  <a:lnTo>
                    <a:pt x="1" y="2111"/>
                  </a:lnTo>
                  <a:lnTo>
                    <a:pt x="2112" y="4202"/>
                  </a:lnTo>
                  <a:lnTo>
                    <a:pt x="2558" y="3756"/>
                  </a:lnTo>
                  <a:lnTo>
                    <a:pt x="894" y="2111"/>
                  </a:lnTo>
                  <a:lnTo>
                    <a:pt x="2558" y="447"/>
                  </a:lnTo>
                  <a:lnTo>
                    <a:pt x="21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124" name="Picture 4" descr="What is Learning Experience Design? | MadCap Software"/>
          <p:cNvPicPr>
            <a:picLocks noChangeAspect="1" noChangeArrowheads="1"/>
          </p:cNvPicPr>
          <p:nvPr/>
        </p:nvPicPr>
        <p:blipFill rotWithShape="1">
          <a:blip r:embed="rId3">
            <a:extLst>
              <a:ext uri="{28A0092B-C50C-407E-A947-70E740481C1C}">
                <a14:useLocalDpi xmlns:a14="http://schemas.microsoft.com/office/drawing/2010/main" val="0"/>
              </a:ext>
            </a:extLst>
          </a:blip>
          <a:srcRect l="21052" t="6658" r="30410" b="12194"/>
          <a:stretch/>
        </p:blipFill>
        <p:spPr bwMode="auto">
          <a:xfrm>
            <a:off x="5326404" y="1137058"/>
            <a:ext cx="3181007" cy="27810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849719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96">
                                            <p:txEl>
                                              <p:pRg st="0" end="0"/>
                                            </p:txEl>
                                          </p:spTgt>
                                        </p:tgtEl>
                                        <p:attrNameLst>
                                          <p:attrName>style.visibility</p:attrName>
                                        </p:attrNameLst>
                                      </p:cBhvr>
                                      <p:to>
                                        <p:strVal val="visible"/>
                                      </p:to>
                                    </p:set>
                                    <p:animEffect transition="in" filter="fade">
                                      <p:cBhvr>
                                        <p:cTn id="7" dur="100"/>
                                        <p:tgtEl>
                                          <p:spTgt spid="49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96">
                                            <p:txEl>
                                              <p:pRg st="1" end="1"/>
                                            </p:txEl>
                                          </p:spTgt>
                                        </p:tgtEl>
                                        <p:attrNameLst>
                                          <p:attrName>style.visibility</p:attrName>
                                        </p:attrNameLst>
                                      </p:cBhvr>
                                      <p:to>
                                        <p:strVal val="visible"/>
                                      </p:to>
                                    </p:set>
                                    <p:animEffect transition="in" filter="fade">
                                      <p:cBhvr>
                                        <p:cTn id="12" dur="100"/>
                                        <p:tgtEl>
                                          <p:spTgt spid="49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96">
                                            <p:txEl>
                                              <p:pRg st="2" end="2"/>
                                            </p:txEl>
                                          </p:spTgt>
                                        </p:tgtEl>
                                        <p:attrNameLst>
                                          <p:attrName>style.visibility</p:attrName>
                                        </p:attrNameLst>
                                      </p:cBhvr>
                                      <p:to>
                                        <p:strVal val="visible"/>
                                      </p:to>
                                    </p:set>
                                    <p:animEffect transition="in" filter="fade">
                                      <p:cBhvr>
                                        <p:cTn id="17" dur="100"/>
                                        <p:tgtEl>
                                          <p:spTgt spid="49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96">
                                            <p:txEl>
                                              <p:pRg st="3" end="3"/>
                                            </p:txEl>
                                          </p:spTgt>
                                        </p:tgtEl>
                                        <p:attrNameLst>
                                          <p:attrName>style.visibility</p:attrName>
                                        </p:attrNameLst>
                                      </p:cBhvr>
                                      <p:to>
                                        <p:strVal val="visible"/>
                                      </p:to>
                                    </p:set>
                                    <p:animEffect transition="in" filter="fade">
                                      <p:cBhvr>
                                        <p:cTn id="22" dur="100"/>
                                        <p:tgtEl>
                                          <p:spTgt spid="49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49"/>
        <p:cNvGrpSpPr/>
        <p:nvPr/>
      </p:nvGrpSpPr>
      <p:grpSpPr>
        <a:xfrm>
          <a:off x="0" y="0"/>
          <a:ext cx="0" cy="0"/>
          <a:chOff x="0" y="0"/>
          <a:chExt cx="0" cy="0"/>
        </a:xfrm>
      </p:grpSpPr>
      <p:sp>
        <p:nvSpPr>
          <p:cNvPr id="550" name="Google Shape;550;p46"/>
          <p:cNvSpPr/>
          <p:nvPr/>
        </p:nvSpPr>
        <p:spPr>
          <a:xfrm>
            <a:off x="719500" y="3183825"/>
            <a:ext cx="7704000" cy="1236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46"/>
          <p:cNvSpPr/>
          <p:nvPr/>
        </p:nvSpPr>
        <p:spPr>
          <a:xfrm>
            <a:off x="719500" y="1425147"/>
            <a:ext cx="7704000" cy="1236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46"/>
          <p:cNvSpPr txBox="1">
            <a:spLocks noGrp="1"/>
          </p:cNvSpPr>
          <p:nvPr>
            <p:ph type="subTitle" idx="1"/>
          </p:nvPr>
        </p:nvSpPr>
        <p:spPr>
          <a:xfrm>
            <a:off x="1834113" y="1773447"/>
            <a:ext cx="2752200" cy="539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Farsan" panose="00000500000000000000" pitchFamily="2" charset="0"/>
                <a:cs typeface="Farsan" panose="00000500000000000000" pitchFamily="2" charset="0"/>
              </a:rPr>
              <a:t>Cấu trúc phức tạp</a:t>
            </a:r>
            <a:endParaRPr dirty="0">
              <a:latin typeface="Farsan" panose="00000500000000000000" pitchFamily="2" charset="0"/>
              <a:cs typeface="Farsan" panose="00000500000000000000" pitchFamily="2" charset="0"/>
            </a:endParaRPr>
          </a:p>
        </p:txBody>
      </p:sp>
      <p:sp>
        <p:nvSpPr>
          <p:cNvPr id="554" name="Google Shape;554;p46"/>
          <p:cNvSpPr txBox="1">
            <a:spLocks noGrp="1"/>
          </p:cNvSpPr>
          <p:nvPr>
            <p:ph type="subTitle" idx="2"/>
          </p:nvPr>
        </p:nvSpPr>
        <p:spPr>
          <a:xfrm>
            <a:off x="4572050" y="3532125"/>
            <a:ext cx="2752200" cy="539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latin typeface="Farsan" panose="00000500000000000000" pitchFamily="2" charset="0"/>
                <a:cs typeface="Farsan" panose="00000500000000000000" pitchFamily="2" charset="0"/>
              </a:rPr>
              <a:t>D</a:t>
            </a:r>
            <a:r>
              <a:rPr lang="en" dirty="0">
                <a:latin typeface="Farsan" panose="00000500000000000000" pitchFamily="2" charset="0"/>
                <a:cs typeface="Farsan" panose="00000500000000000000" pitchFamily="2" charset="0"/>
              </a:rPr>
              <a:t>ễ kiểm soát kích thước</a:t>
            </a:r>
            <a:endParaRPr dirty="0">
              <a:latin typeface="Farsan" panose="00000500000000000000" pitchFamily="2" charset="0"/>
              <a:cs typeface="Farsan" panose="00000500000000000000" pitchFamily="2" charset="0"/>
            </a:endParaRPr>
          </a:p>
        </p:txBody>
      </p:sp>
      <p:sp>
        <p:nvSpPr>
          <p:cNvPr id="555" name="Google Shape;555;p46"/>
          <p:cNvSpPr txBox="1">
            <a:spLocks noGrp="1"/>
          </p:cNvSpPr>
          <p:nvPr>
            <p:ph type="subTitle" idx="3"/>
          </p:nvPr>
        </p:nvSpPr>
        <p:spPr>
          <a:xfrm>
            <a:off x="4657313" y="1545297"/>
            <a:ext cx="3459645" cy="995700"/>
          </a:xfrm>
          <a:prstGeom prst="rect">
            <a:avLst/>
          </a:prstGeom>
        </p:spPr>
        <p:txBody>
          <a:bodyPr spcFirstLastPara="1" wrap="square" lIns="91425" tIns="91425" rIns="91425" bIns="91425" anchor="ctr" anchorCtr="0">
            <a:noAutofit/>
          </a:bodyPr>
          <a:lstStyle/>
          <a:p>
            <a:pPr marL="0" lvl="0" indent="0" algn="just"/>
            <a:r>
              <a:rPr lang="vi-VN" sz="1600" dirty="0"/>
              <a:t>Mê cung được tạo ra bởi thuật toán DFS thường có cấu trúc phức tạp với nhiều ngõ cụt, tạo nên thách thức lớn cho người chơi.</a:t>
            </a:r>
            <a:endParaRPr sz="1600" dirty="0"/>
          </a:p>
        </p:txBody>
      </p:sp>
      <p:sp>
        <p:nvSpPr>
          <p:cNvPr id="556" name="Google Shape;556;p46"/>
          <p:cNvSpPr txBox="1">
            <a:spLocks noGrp="1"/>
          </p:cNvSpPr>
          <p:nvPr>
            <p:ph type="subTitle" idx="4"/>
          </p:nvPr>
        </p:nvSpPr>
        <p:spPr>
          <a:xfrm>
            <a:off x="778425" y="3303975"/>
            <a:ext cx="3773931" cy="995700"/>
          </a:xfrm>
          <a:prstGeom prst="rect">
            <a:avLst/>
          </a:prstGeom>
        </p:spPr>
        <p:txBody>
          <a:bodyPr spcFirstLastPara="1" wrap="square" lIns="91425" tIns="91425" rIns="91425" bIns="91425" anchor="ctr" anchorCtr="0">
            <a:noAutofit/>
          </a:bodyPr>
          <a:lstStyle/>
          <a:p>
            <a:pPr marL="0" lvl="0" indent="0" algn="just"/>
            <a:r>
              <a:rPr lang="vi-VN" sz="1600" dirty="0"/>
              <a:t>Thuật toán này dễ mở rộng hoặc thu hẹp theo kích thước của bản đồ </a:t>
            </a:r>
            <a:r>
              <a:rPr lang="en-US" sz="1600" dirty="0"/>
              <a:t>&amp;</a:t>
            </a:r>
            <a:r>
              <a:rPr lang="vi-VN" sz="1600" dirty="0"/>
              <a:t> tạo ra các đường đi ngẫu nhiên, đảm bảo mỗi lần chơi là một </a:t>
            </a:r>
            <a:r>
              <a:rPr lang="en-US" sz="1600" dirty="0" err="1"/>
              <a:t>bản</a:t>
            </a:r>
            <a:r>
              <a:rPr lang="en-US" sz="1600" dirty="0"/>
              <a:t> </a:t>
            </a:r>
            <a:r>
              <a:rPr lang="en-US" sz="1600" dirty="0" err="1"/>
              <a:t>đồ</a:t>
            </a:r>
            <a:r>
              <a:rPr lang="en-US" sz="1600" dirty="0"/>
              <a:t> </a:t>
            </a:r>
            <a:r>
              <a:rPr lang="vi-VN" sz="1600" dirty="0"/>
              <a:t>khác.</a:t>
            </a:r>
            <a:endParaRPr sz="1600" dirty="0"/>
          </a:p>
        </p:txBody>
      </p:sp>
      <p:grpSp>
        <p:nvGrpSpPr>
          <p:cNvPr id="557" name="Google Shape;557;p46"/>
          <p:cNvGrpSpPr/>
          <p:nvPr/>
        </p:nvGrpSpPr>
        <p:grpSpPr>
          <a:xfrm>
            <a:off x="7327516" y="3527511"/>
            <a:ext cx="493766" cy="548627"/>
            <a:chOff x="3299850" y="238575"/>
            <a:chExt cx="427725" cy="482225"/>
          </a:xfrm>
        </p:grpSpPr>
        <p:sp>
          <p:nvSpPr>
            <p:cNvPr id="558" name="Google Shape;558;p46"/>
            <p:cNvSpPr/>
            <p:nvPr/>
          </p:nvSpPr>
          <p:spPr>
            <a:xfrm>
              <a:off x="3299850" y="323500"/>
              <a:ext cx="427725" cy="397300"/>
            </a:xfrm>
            <a:custGeom>
              <a:avLst/>
              <a:gdLst/>
              <a:ahLst/>
              <a:cxnLst/>
              <a:rect l="l" t="t" r="r" b="b"/>
              <a:pathLst>
                <a:path w="17109" h="15892" extrusionOk="0">
                  <a:moveTo>
                    <a:pt x="3397" y="6794"/>
                  </a:moveTo>
                  <a:lnTo>
                    <a:pt x="3397" y="14759"/>
                  </a:lnTo>
                  <a:lnTo>
                    <a:pt x="1132" y="14759"/>
                  </a:lnTo>
                  <a:lnTo>
                    <a:pt x="1132" y="6794"/>
                  </a:lnTo>
                  <a:close/>
                  <a:moveTo>
                    <a:pt x="9034" y="1132"/>
                  </a:moveTo>
                  <a:cubicBezTo>
                    <a:pt x="9683" y="1175"/>
                    <a:pt x="10191" y="1712"/>
                    <a:pt x="10191" y="2364"/>
                  </a:cubicBezTo>
                  <a:cubicBezTo>
                    <a:pt x="10191" y="3346"/>
                    <a:pt x="9774" y="5275"/>
                    <a:pt x="9221" y="5828"/>
                  </a:cubicBezTo>
                  <a:cubicBezTo>
                    <a:pt x="8865" y="6184"/>
                    <a:pt x="9119" y="6794"/>
                    <a:pt x="9623" y="6794"/>
                  </a:cubicBezTo>
                  <a:lnTo>
                    <a:pt x="15285" y="6794"/>
                  </a:lnTo>
                  <a:cubicBezTo>
                    <a:pt x="15599" y="6794"/>
                    <a:pt x="15849" y="7047"/>
                    <a:pt x="15849" y="7361"/>
                  </a:cubicBezTo>
                  <a:cubicBezTo>
                    <a:pt x="15849" y="7672"/>
                    <a:pt x="15599" y="7926"/>
                    <a:pt x="15285" y="7926"/>
                  </a:cubicBezTo>
                  <a:lnTo>
                    <a:pt x="11888" y="7926"/>
                  </a:lnTo>
                  <a:cubicBezTo>
                    <a:pt x="11574" y="7926"/>
                    <a:pt x="11323" y="8180"/>
                    <a:pt x="11323" y="8494"/>
                  </a:cubicBezTo>
                  <a:cubicBezTo>
                    <a:pt x="11323" y="8805"/>
                    <a:pt x="11574" y="9058"/>
                    <a:pt x="11888" y="9058"/>
                  </a:cubicBezTo>
                  <a:lnTo>
                    <a:pt x="15285" y="9058"/>
                  </a:lnTo>
                  <a:cubicBezTo>
                    <a:pt x="15586" y="9058"/>
                    <a:pt x="15852" y="9342"/>
                    <a:pt x="15852" y="9662"/>
                  </a:cubicBezTo>
                  <a:cubicBezTo>
                    <a:pt x="15852" y="9976"/>
                    <a:pt x="15599" y="10230"/>
                    <a:pt x="15285" y="10230"/>
                  </a:cubicBezTo>
                  <a:lnTo>
                    <a:pt x="11888" y="10230"/>
                  </a:lnTo>
                  <a:cubicBezTo>
                    <a:pt x="11574" y="10230"/>
                    <a:pt x="11323" y="10484"/>
                    <a:pt x="11323" y="10795"/>
                  </a:cubicBezTo>
                  <a:cubicBezTo>
                    <a:pt x="11323" y="11109"/>
                    <a:pt x="11574" y="11362"/>
                    <a:pt x="11888" y="11362"/>
                  </a:cubicBezTo>
                  <a:lnTo>
                    <a:pt x="14152" y="11362"/>
                  </a:lnTo>
                  <a:cubicBezTo>
                    <a:pt x="14466" y="11362"/>
                    <a:pt x="14717" y="11616"/>
                    <a:pt x="14717" y="11927"/>
                  </a:cubicBezTo>
                  <a:cubicBezTo>
                    <a:pt x="14717" y="12241"/>
                    <a:pt x="14466" y="12494"/>
                    <a:pt x="14152" y="12494"/>
                  </a:cubicBezTo>
                  <a:lnTo>
                    <a:pt x="11888" y="12494"/>
                  </a:lnTo>
                  <a:cubicBezTo>
                    <a:pt x="11574" y="12494"/>
                    <a:pt x="11323" y="12748"/>
                    <a:pt x="11323" y="13059"/>
                  </a:cubicBezTo>
                  <a:cubicBezTo>
                    <a:pt x="11323" y="13373"/>
                    <a:pt x="11574" y="13627"/>
                    <a:pt x="11888" y="13627"/>
                  </a:cubicBezTo>
                  <a:lnTo>
                    <a:pt x="13020" y="13627"/>
                  </a:lnTo>
                  <a:cubicBezTo>
                    <a:pt x="13334" y="13627"/>
                    <a:pt x="13585" y="13880"/>
                    <a:pt x="13585" y="14191"/>
                  </a:cubicBezTo>
                  <a:cubicBezTo>
                    <a:pt x="13585" y="14505"/>
                    <a:pt x="13334" y="14759"/>
                    <a:pt x="13020" y="14759"/>
                  </a:cubicBezTo>
                  <a:lnTo>
                    <a:pt x="9197" y="14759"/>
                  </a:lnTo>
                  <a:cubicBezTo>
                    <a:pt x="8041" y="14759"/>
                    <a:pt x="6890" y="14572"/>
                    <a:pt x="5794" y="14207"/>
                  </a:cubicBezTo>
                  <a:lnTo>
                    <a:pt x="4529" y="13784"/>
                  </a:lnTo>
                  <a:lnTo>
                    <a:pt x="4529" y="7712"/>
                  </a:lnTo>
                  <a:lnTo>
                    <a:pt x="5686" y="7132"/>
                  </a:lnTo>
                  <a:cubicBezTo>
                    <a:pt x="6265" y="6842"/>
                    <a:pt x="6797" y="6459"/>
                    <a:pt x="7253" y="6003"/>
                  </a:cubicBezTo>
                  <a:lnTo>
                    <a:pt x="7289" y="5963"/>
                  </a:lnTo>
                  <a:cubicBezTo>
                    <a:pt x="8352" y="4901"/>
                    <a:pt x="8917" y="2654"/>
                    <a:pt x="9034" y="1132"/>
                  </a:cubicBezTo>
                  <a:close/>
                  <a:moveTo>
                    <a:pt x="8491" y="0"/>
                  </a:moveTo>
                  <a:cubicBezTo>
                    <a:pt x="8177" y="0"/>
                    <a:pt x="7926" y="254"/>
                    <a:pt x="7926" y="568"/>
                  </a:cubicBezTo>
                  <a:cubicBezTo>
                    <a:pt x="7926" y="1887"/>
                    <a:pt x="7380" y="4276"/>
                    <a:pt x="6492" y="5166"/>
                  </a:cubicBezTo>
                  <a:lnTo>
                    <a:pt x="6456" y="5203"/>
                  </a:lnTo>
                  <a:cubicBezTo>
                    <a:pt x="6081" y="5574"/>
                    <a:pt x="5652" y="5885"/>
                    <a:pt x="5181" y="6120"/>
                  </a:cubicBezTo>
                  <a:lnTo>
                    <a:pt x="4529" y="6444"/>
                  </a:lnTo>
                  <a:lnTo>
                    <a:pt x="4529" y="6229"/>
                  </a:lnTo>
                  <a:cubicBezTo>
                    <a:pt x="4529" y="5915"/>
                    <a:pt x="4276" y="5661"/>
                    <a:pt x="3962" y="5661"/>
                  </a:cubicBezTo>
                  <a:lnTo>
                    <a:pt x="565" y="5661"/>
                  </a:lnTo>
                  <a:cubicBezTo>
                    <a:pt x="251" y="5661"/>
                    <a:pt x="0" y="5915"/>
                    <a:pt x="0" y="6229"/>
                  </a:cubicBezTo>
                  <a:lnTo>
                    <a:pt x="0" y="15324"/>
                  </a:lnTo>
                  <a:cubicBezTo>
                    <a:pt x="0" y="15638"/>
                    <a:pt x="251" y="15891"/>
                    <a:pt x="565" y="15891"/>
                  </a:cubicBezTo>
                  <a:lnTo>
                    <a:pt x="3962" y="15891"/>
                  </a:lnTo>
                  <a:cubicBezTo>
                    <a:pt x="4276" y="15891"/>
                    <a:pt x="4529" y="15638"/>
                    <a:pt x="4529" y="15324"/>
                  </a:cubicBezTo>
                  <a:lnTo>
                    <a:pt x="4529" y="14976"/>
                  </a:lnTo>
                  <a:lnTo>
                    <a:pt x="5435" y="15278"/>
                  </a:lnTo>
                  <a:cubicBezTo>
                    <a:pt x="6649" y="15683"/>
                    <a:pt x="7917" y="15888"/>
                    <a:pt x="9197" y="15888"/>
                  </a:cubicBezTo>
                  <a:lnTo>
                    <a:pt x="13020" y="15888"/>
                  </a:lnTo>
                  <a:cubicBezTo>
                    <a:pt x="14219" y="15888"/>
                    <a:pt x="15040" y="14681"/>
                    <a:pt x="14599" y="13566"/>
                  </a:cubicBezTo>
                  <a:cubicBezTo>
                    <a:pt x="15577" y="13298"/>
                    <a:pt x="16106" y="12241"/>
                    <a:pt x="15731" y="11302"/>
                  </a:cubicBezTo>
                  <a:cubicBezTo>
                    <a:pt x="16468" y="11100"/>
                    <a:pt x="16981" y="10429"/>
                    <a:pt x="16984" y="9662"/>
                  </a:cubicBezTo>
                  <a:cubicBezTo>
                    <a:pt x="16981" y="9233"/>
                    <a:pt x="16824" y="8823"/>
                    <a:pt x="16541" y="8503"/>
                  </a:cubicBezTo>
                  <a:cubicBezTo>
                    <a:pt x="16994" y="8005"/>
                    <a:pt x="17108" y="7289"/>
                    <a:pt x="16837" y="6673"/>
                  </a:cubicBezTo>
                  <a:cubicBezTo>
                    <a:pt x="16565" y="6060"/>
                    <a:pt x="15958" y="5661"/>
                    <a:pt x="15285" y="5661"/>
                  </a:cubicBezTo>
                  <a:lnTo>
                    <a:pt x="10635" y="5661"/>
                  </a:lnTo>
                  <a:cubicBezTo>
                    <a:pt x="11109" y="4577"/>
                    <a:pt x="11323" y="3104"/>
                    <a:pt x="11323" y="2364"/>
                  </a:cubicBezTo>
                  <a:cubicBezTo>
                    <a:pt x="11320" y="1060"/>
                    <a:pt x="10263" y="3"/>
                    <a:pt x="89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9" name="Google Shape;559;p46"/>
            <p:cNvSpPr/>
            <p:nvPr/>
          </p:nvSpPr>
          <p:spPr>
            <a:xfrm>
              <a:off x="3467650" y="238575"/>
              <a:ext cx="46525" cy="56650"/>
            </a:xfrm>
            <a:custGeom>
              <a:avLst/>
              <a:gdLst/>
              <a:ahLst/>
              <a:cxnLst/>
              <a:rect l="l" t="t" r="r" b="b"/>
              <a:pathLst>
                <a:path w="1861" h="2266" extrusionOk="0">
                  <a:moveTo>
                    <a:pt x="646" y="1"/>
                  </a:moveTo>
                  <a:cubicBezTo>
                    <a:pt x="561" y="1"/>
                    <a:pt x="475" y="20"/>
                    <a:pt x="393" y="61"/>
                  </a:cubicBezTo>
                  <a:cubicBezTo>
                    <a:pt x="112" y="199"/>
                    <a:pt x="0" y="541"/>
                    <a:pt x="139" y="821"/>
                  </a:cubicBezTo>
                  <a:lnTo>
                    <a:pt x="707" y="1954"/>
                  </a:lnTo>
                  <a:cubicBezTo>
                    <a:pt x="805" y="2150"/>
                    <a:pt x="1005" y="2265"/>
                    <a:pt x="1212" y="2265"/>
                  </a:cubicBezTo>
                  <a:cubicBezTo>
                    <a:pt x="1297" y="2265"/>
                    <a:pt x="1384" y="2246"/>
                    <a:pt x="1465" y="2204"/>
                  </a:cubicBezTo>
                  <a:cubicBezTo>
                    <a:pt x="1746" y="2065"/>
                    <a:pt x="1860" y="1727"/>
                    <a:pt x="1718" y="1446"/>
                  </a:cubicBezTo>
                  <a:lnTo>
                    <a:pt x="1154" y="314"/>
                  </a:lnTo>
                  <a:cubicBezTo>
                    <a:pt x="1053" y="115"/>
                    <a:pt x="854" y="1"/>
                    <a:pt x="64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60" name="Google Shape;560;p46"/>
            <p:cNvSpPr/>
            <p:nvPr/>
          </p:nvSpPr>
          <p:spPr>
            <a:xfrm>
              <a:off x="3566675" y="238575"/>
              <a:ext cx="46525" cy="56675"/>
            </a:xfrm>
            <a:custGeom>
              <a:avLst/>
              <a:gdLst/>
              <a:ahLst/>
              <a:cxnLst/>
              <a:rect l="l" t="t" r="r" b="b"/>
              <a:pathLst>
                <a:path w="1861" h="2267" extrusionOk="0">
                  <a:moveTo>
                    <a:pt x="1215" y="1"/>
                  </a:moveTo>
                  <a:cubicBezTo>
                    <a:pt x="1007" y="1"/>
                    <a:pt x="808" y="115"/>
                    <a:pt x="707" y="314"/>
                  </a:cubicBezTo>
                  <a:lnTo>
                    <a:pt x="143" y="1446"/>
                  </a:lnTo>
                  <a:cubicBezTo>
                    <a:pt x="1" y="1727"/>
                    <a:pt x="116" y="2065"/>
                    <a:pt x="396" y="2207"/>
                  </a:cubicBezTo>
                  <a:cubicBezTo>
                    <a:pt x="477" y="2247"/>
                    <a:pt x="562" y="2266"/>
                    <a:pt x="646" y="2266"/>
                  </a:cubicBezTo>
                  <a:cubicBezTo>
                    <a:pt x="854" y="2266"/>
                    <a:pt x="1055" y="2151"/>
                    <a:pt x="1154" y="1954"/>
                  </a:cubicBezTo>
                  <a:lnTo>
                    <a:pt x="1722" y="821"/>
                  </a:lnTo>
                  <a:cubicBezTo>
                    <a:pt x="1861" y="541"/>
                    <a:pt x="1749" y="199"/>
                    <a:pt x="1468" y="61"/>
                  </a:cubicBezTo>
                  <a:cubicBezTo>
                    <a:pt x="1387" y="20"/>
                    <a:pt x="1300" y="1"/>
                    <a:pt x="12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61" name="Google Shape;561;p46"/>
            <p:cNvSpPr/>
            <p:nvPr/>
          </p:nvSpPr>
          <p:spPr>
            <a:xfrm>
              <a:off x="3611225" y="323500"/>
              <a:ext cx="56550" cy="28325"/>
            </a:xfrm>
            <a:custGeom>
              <a:avLst/>
              <a:gdLst/>
              <a:ahLst/>
              <a:cxnLst/>
              <a:rect l="l" t="t" r="r" b="b"/>
              <a:pathLst>
                <a:path w="2262" h="1133" extrusionOk="0">
                  <a:moveTo>
                    <a:pt x="565" y="0"/>
                  </a:moveTo>
                  <a:cubicBezTo>
                    <a:pt x="251" y="0"/>
                    <a:pt x="0" y="254"/>
                    <a:pt x="0" y="568"/>
                  </a:cubicBezTo>
                  <a:cubicBezTo>
                    <a:pt x="0" y="879"/>
                    <a:pt x="251" y="1132"/>
                    <a:pt x="565" y="1132"/>
                  </a:cubicBezTo>
                  <a:lnTo>
                    <a:pt x="1697" y="1132"/>
                  </a:lnTo>
                  <a:cubicBezTo>
                    <a:pt x="2011" y="1132"/>
                    <a:pt x="2262" y="879"/>
                    <a:pt x="2262" y="568"/>
                  </a:cubicBezTo>
                  <a:cubicBezTo>
                    <a:pt x="2262" y="254"/>
                    <a:pt x="2011" y="0"/>
                    <a:pt x="16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62" name="Google Shape;562;p46"/>
            <p:cNvSpPr/>
            <p:nvPr/>
          </p:nvSpPr>
          <p:spPr>
            <a:xfrm>
              <a:off x="3413075" y="323500"/>
              <a:ext cx="56550" cy="28325"/>
            </a:xfrm>
            <a:custGeom>
              <a:avLst/>
              <a:gdLst/>
              <a:ahLst/>
              <a:cxnLst/>
              <a:rect l="l" t="t" r="r" b="b"/>
              <a:pathLst>
                <a:path w="2262" h="1133" extrusionOk="0">
                  <a:moveTo>
                    <a:pt x="565" y="0"/>
                  </a:moveTo>
                  <a:cubicBezTo>
                    <a:pt x="251" y="0"/>
                    <a:pt x="0" y="254"/>
                    <a:pt x="0" y="568"/>
                  </a:cubicBezTo>
                  <a:cubicBezTo>
                    <a:pt x="0" y="879"/>
                    <a:pt x="251" y="1132"/>
                    <a:pt x="565" y="1132"/>
                  </a:cubicBezTo>
                  <a:lnTo>
                    <a:pt x="1697" y="1132"/>
                  </a:lnTo>
                  <a:cubicBezTo>
                    <a:pt x="2011" y="1132"/>
                    <a:pt x="2262" y="879"/>
                    <a:pt x="2262" y="568"/>
                  </a:cubicBezTo>
                  <a:cubicBezTo>
                    <a:pt x="2262" y="254"/>
                    <a:pt x="2011" y="0"/>
                    <a:pt x="169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63" name="Google Shape;563;p46"/>
          <p:cNvGrpSpPr/>
          <p:nvPr/>
        </p:nvGrpSpPr>
        <p:grpSpPr>
          <a:xfrm>
            <a:off x="1302628" y="1777432"/>
            <a:ext cx="609583" cy="548622"/>
            <a:chOff x="6239575" y="4416275"/>
            <a:chExt cx="489625" cy="449175"/>
          </a:xfrm>
        </p:grpSpPr>
        <p:sp>
          <p:nvSpPr>
            <p:cNvPr id="564" name="Google Shape;564;p46"/>
            <p:cNvSpPr/>
            <p:nvPr/>
          </p:nvSpPr>
          <p:spPr>
            <a:xfrm>
              <a:off x="6239575" y="4416275"/>
              <a:ext cx="489625" cy="449175"/>
            </a:xfrm>
            <a:custGeom>
              <a:avLst/>
              <a:gdLst/>
              <a:ahLst/>
              <a:cxnLst/>
              <a:rect l="l" t="t" r="r" b="b"/>
              <a:pathLst>
                <a:path w="19585" h="17967" extrusionOk="0">
                  <a:moveTo>
                    <a:pt x="9792" y="1132"/>
                  </a:moveTo>
                  <a:cubicBezTo>
                    <a:pt x="10374" y="1132"/>
                    <a:pt x="10955" y="1424"/>
                    <a:pt x="11278" y="2009"/>
                  </a:cubicBezTo>
                  <a:lnTo>
                    <a:pt x="18111" y="14313"/>
                  </a:lnTo>
                  <a:cubicBezTo>
                    <a:pt x="18404" y="14838"/>
                    <a:pt x="18395" y="15481"/>
                    <a:pt x="18087" y="15998"/>
                  </a:cubicBezTo>
                  <a:cubicBezTo>
                    <a:pt x="17786" y="16518"/>
                    <a:pt x="17232" y="16834"/>
                    <a:pt x="16634" y="16834"/>
                  </a:cubicBezTo>
                  <a:cubicBezTo>
                    <a:pt x="16631" y="16834"/>
                    <a:pt x="16628" y="16834"/>
                    <a:pt x="16625" y="16834"/>
                  </a:cubicBezTo>
                  <a:lnTo>
                    <a:pt x="2962" y="16834"/>
                  </a:lnTo>
                  <a:cubicBezTo>
                    <a:pt x="1667" y="16834"/>
                    <a:pt x="849" y="15445"/>
                    <a:pt x="1474" y="14313"/>
                  </a:cubicBezTo>
                  <a:lnTo>
                    <a:pt x="8307" y="2009"/>
                  </a:lnTo>
                  <a:cubicBezTo>
                    <a:pt x="8630" y="1424"/>
                    <a:pt x="9211" y="1132"/>
                    <a:pt x="9792" y="1132"/>
                  </a:cubicBezTo>
                  <a:close/>
                  <a:moveTo>
                    <a:pt x="9792" y="1"/>
                  </a:moveTo>
                  <a:cubicBezTo>
                    <a:pt x="8763" y="1"/>
                    <a:pt x="7815" y="559"/>
                    <a:pt x="7317" y="1462"/>
                  </a:cubicBezTo>
                  <a:lnTo>
                    <a:pt x="483" y="13766"/>
                  </a:lnTo>
                  <a:cubicBezTo>
                    <a:pt x="0" y="14642"/>
                    <a:pt x="15" y="15711"/>
                    <a:pt x="523" y="16574"/>
                  </a:cubicBezTo>
                  <a:cubicBezTo>
                    <a:pt x="1033" y="17435"/>
                    <a:pt x="1960" y="17966"/>
                    <a:pt x="2962" y="17966"/>
                  </a:cubicBezTo>
                  <a:lnTo>
                    <a:pt x="16625" y="17966"/>
                  </a:lnTo>
                  <a:cubicBezTo>
                    <a:pt x="17625" y="17966"/>
                    <a:pt x="18555" y="17435"/>
                    <a:pt x="19062" y="16574"/>
                  </a:cubicBezTo>
                  <a:cubicBezTo>
                    <a:pt x="19572" y="15711"/>
                    <a:pt x="19585" y="14642"/>
                    <a:pt x="19101" y="13766"/>
                  </a:cubicBezTo>
                  <a:lnTo>
                    <a:pt x="12271" y="1462"/>
                  </a:lnTo>
                  <a:cubicBezTo>
                    <a:pt x="11770" y="559"/>
                    <a:pt x="10822" y="1"/>
                    <a:pt x="97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65" name="Google Shape;565;p46"/>
            <p:cNvSpPr/>
            <p:nvPr/>
          </p:nvSpPr>
          <p:spPr>
            <a:xfrm>
              <a:off x="6438550" y="4723875"/>
              <a:ext cx="88350" cy="84950"/>
            </a:xfrm>
            <a:custGeom>
              <a:avLst/>
              <a:gdLst/>
              <a:ahLst/>
              <a:cxnLst/>
              <a:rect l="l" t="t" r="r" b="b"/>
              <a:pathLst>
                <a:path w="3534" h="3398" extrusionOk="0">
                  <a:moveTo>
                    <a:pt x="1830" y="1132"/>
                  </a:moveTo>
                  <a:cubicBezTo>
                    <a:pt x="2122" y="1132"/>
                    <a:pt x="2401" y="1358"/>
                    <a:pt x="2401" y="1701"/>
                  </a:cubicBezTo>
                  <a:cubicBezTo>
                    <a:pt x="2401" y="2012"/>
                    <a:pt x="2147" y="2266"/>
                    <a:pt x="1833" y="2266"/>
                  </a:cubicBezTo>
                  <a:cubicBezTo>
                    <a:pt x="1329" y="2266"/>
                    <a:pt x="1076" y="1656"/>
                    <a:pt x="1432" y="1299"/>
                  </a:cubicBezTo>
                  <a:cubicBezTo>
                    <a:pt x="1548" y="1184"/>
                    <a:pt x="1691" y="1132"/>
                    <a:pt x="1830" y="1132"/>
                  </a:cubicBezTo>
                  <a:close/>
                  <a:moveTo>
                    <a:pt x="1833" y="1"/>
                  </a:moveTo>
                  <a:cubicBezTo>
                    <a:pt x="1145" y="1"/>
                    <a:pt x="526" y="415"/>
                    <a:pt x="263" y="1049"/>
                  </a:cubicBezTo>
                  <a:cubicBezTo>
                    <a:pt x="1" y="1683"/>
                    <a:pt x="146" y="2414"/>
                    <a:pt x="632" y="2900"/>
                  </a:cubicBezTo>
                  <a:cubicBezTo>
                    <a:pt x="957" y="3225"/>
                    <a:pt x="1391" y="3397"/>
                    <a:pt x="1833" y="3397"/>
                  </a:cubicBezTo>
                  <a:cubicBezTo>
                    <a:pt x="2052" y="3397"/>
                    <a:pt x="2273" y="3355"/>
                    <a:pt x="2483" y="3268"/>
                  </a:cubicBezTo>
                  <a:cubicBezTo>
                    <a:pt x="3117" y="3005"/>
                    <a:pt x="3533" y="2386"/>
                    <a:pt x="3533" y="1701"/>
                  </a:cubicBezTo>
                  <a:cubicBezTo>
                    <a:pt x="3530" y="762"/>
                    <a:pt x="2772" y="1"/>
                    <a:pt x="18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66" name="Google Shape;566;p46"/>
            <p:cNvSpPr/>
            <p:nvPr/>
          </p:nvSpPr>
          <p:spPr>
            <a:xfrm>
              <a:off x="6441950" y="4497425"/>
              <a:ext cx="84950" cy="198250"/>
            </a:xfrm>
            <a:custGeom>
              <a:avLst/>
              <a:gdLst/>
              <a:ahLst/>
              <a:cxnLst/>
              <a:rect l="l" t="t" r="r" b="b"/>
              <a:pathLst>
                <a:path w="3398" h="7930" extrusionOk="0">
                  <a:moveTo>
                    <a:pt x="1697" y="1133"/>
                  </a:moveTo>
                  <a:cubicBezTo>
                    <a:pt x="2011" y="1133"/>
                    <a:pt x="2265" y="1387"/>
                    <a:pt x="2265" y="1701"/>
                  </a:cubicBezTo>
                  <a:lnTo>
                    <a:pt x="2265" y="6230"/>
                  </a:lnTo>
                  <a:cubicBezTo>
                    <a:pt x="2265" y="6544"/>
                    <a:pt x="2011" y="6797"/>
                    <a:pt x="1697" y="6797"/>
                  </a:cubicBezTo>
                  <a:cubicBezTo>
                    <a:pt x="1383" y="6797"/>
                    <a:pt x="1133" y="6544"/>
                    <a:pt x="1133" y="6230"/>
                  </a:cubicBezTo>
                  <a:lnTo>
                    <a:pt x="1133" y="1701"/>
                  </a:lnTo>
                  <a:cubicBezTo>
                    <a:pt x="1133" y="1387"/>
                    <a:pt x="1383" y="1133"/>
                    <a:pt x="1697" y="1133"/>
                  </a:cubicBezTo>
                  <a:close/>
                  <a:moveTo>
                    <a:pt x="1697" y="1"/>
                  </a:moveTo>
                  <a:cubicBezTo>
                    <a:pt x="758" y="1"/>
                    <a:pt x="1" y="762"/>
                    <a:pt x="1" y="1701"/>
                  </a:cubicBezTo>
                  <a:lnTo>
                    <a:pt x="1" y="6233"/>
                  </a:lnTo>
                  <a:cubicBezTo>
                    <a:pt x="1" y="7169"/>
                    <a:pt x="758" y="7930"/>
                    <a:pt x="1697" y="7930"/>
                  </a:cubicBezTo>
                  <a:cubicBezTo>
                    <a:pt x="2636" y="7930"/>
                    <a:pt x="3397" y="7169"/>
                    <a:pt x="3397" y="6233"/>
                  </a:cubicBezTo>
                  <a:lnTo>
                    <a:pt x="3397" y="1701"/>
                  </a:lnTo>
                  <a:cubicBezTo>
                    <a:pt x="3397" y="762"/>
                    <a:pt x="2636" y="1"/>
                    <a:pt x="16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567" name="Google Shape;567;p46"/>
          <p:cNvSpPr/>
          <p:nvPr/>
        </p:nvSpPr>
        <p:spPr>
          <a:xfrm>
            <a:off x="7399888" y="3465573"/>
            <a:ext cx="401700" cy="401700"/>
          </a:xfrm>
          <a:prstGeom prst="ellipse">
            <a:avLst/>
          </a:prstGeom>
          <a:solidFill>
            <a:srgbClr val="718AC6">
              <a:alpha val="38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46"/>
          <p:cNvSpPr/>
          <p:nvPr/>
        </p:nvSpPr>
        <p:spPr>
          <a:xfrm>
            <a:off x="1412903" y="2009877"/>
            <a:ext cx="401700" cy="401700"/>
          </a:xfrm>
          <a:prstGeom prst="ellipse">
            <a:avLst/>
          </a:prstGeom>
          <a:solidFill>
            <a:srgbClr val="718AC6">
              <a:alpha val="38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9" name="Google Shape;569;p46"/>
          <p:cNvGrpSpPr/>
          <p:nvPr/>
        </p:nvGrpSpPr>
        <p:grpSpPr>
          <a:xfrm>
            <a:off x="240000" y="1333364"/>
            <a:ext cx="3397850" cy="187275"/>
            <a:chOff x="-3237675" y="-1132050"/>
            <a:chExt cx="3397850" cy="187275"/>
          </a:xfrm>
        </p:grpSpPr>
        <p:sp>
          <p:nvSpPr>
            <p:cNvPr id="570" name="Google Shape;570;p46"/>
            <p:cNvSpPr/>
            <p:nvPr/>
          </p:nvSpPr>
          <p:spPr>
            <a:xfrm>
              <a:off x="-378750" y="-1132050"/>
              <a:ext cx="130425" cy="187275"/>
            </a:xfrm>
            <a:custGeom>
              <a:avLst/>
              <a:gdLst/>
              <a:ahLst/>
              <a:cxnLst/>
              <a:rect l="l" t="t" r="r" b="b"/>
              <a:pathLst>
                <a:path w="5217" h="7491" extrusionOk="0">
                  <a:moveTo>
                    <a:pt x="4040" y="0"/>
                  </a:moveTo>
                  <a:lnTo>
                    <a:pt x="0" y="6800"/>
                  </a:lnTo>
                  <a:lnTo>
                    <a:pt x="1157" y="7490"/>
                  </a:lnTo>
                  <a:lnTo>
                    <a:pt x="5217" y="690"/>
                  </a:lnTo>
                  <a:lnTo>
                    <a:pt x="40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46"/>
            <p:cNvSpPr/>
            <p:nvPr/>
          </p:nvSpPr>
          <p:spPr>
            <a:xfrm>
              <a:off x="29725" y="-1132050"/>
              <a:ext cx="130450" cy="187275"/>
            </a:xfrm>
            <a:custGeom>
              <a:avLst/>
              <a:gdLst/>
              <a:ahLst/>
              <a:cxnLst/>
              <a:rect l="l" t="t" r="r" b="b"/>
              <a:pathLst>
                <a:path w="5218" h="7491" extrusionOk="0">
                  <a:moveTo>
                    <a:pt x="4040" y="0"/>
                  </a:moveTo>
                  <a:lnTo>
                    <a:pt x="1" y="6800"/>
                  </a:lnTo>
                  <a:lnTo>
                    <a:pt x="1158" y="7490"/>
                  </a:lnTo>
                  <a:lnTo>
                    <a:pt x="5217" y="690"/>
                  </a:lnTo>
                  <a:lnTo>
                    <a:pt x="40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46"/>
            <p:cNvSpPr/>
            <p:nvPr/>
          </p:nvSpPr>
          <p:spPr>
            <a:xfrm>
              <a:off x="-787250" y="-1132050"/>
              <a:ext cx="130450" cy="187275"/>
            </a:xfrm>
            <a:custGeom>
              <a:avLst/>
              <a:gdLst/>
              <a:ahLst/>
              <a:cxnLst/>
              <a:rect l="l" t="t" r="r" b="b"/>
              <a:pathLst>
                <a:path w="5218" h="7491" extrusionOk="0">
                  <a:moveTo>
                    <a:pt x="4040" y="0"/>
                  </a:moveTo>
                  <a:lnTo>
                    <a:pt x="1" y="6800"/>
                  </a:lnTo>
                  <a:lnTo>
                    <a:pt x="1158" y="7490"/>
                  </a:lnTo>
                  <a:lnTo>
                    <a:pt x="5217" y="690"/>
                  </a:lnTo>
                  <a:lnTo>
                    <a:pt x="40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46"/>
            <p:cNvSpPr/>
            <p:nvPr/>
          </p:nvSpPr>
          <p:spPr>
            <a:xfrm>
              <a:off x="-1195725" y="-1132050"/>
              <a:ext cx="130425" cy="187275"/>
            </a:xfrm>
            <a:custGeom>
              <a:avLst/>
              <a:gdLst/>
              <a:ahLst/>
              <a:cxnLst/>
              <a:rect l="l" t="t" r="r" b="b"/>
              <a:pathLst>
                <a:path w="5217" h="7491" extrusionOk="0">
                  <a:moveTo>
                    <a:pt x="4060" y="0"/>
                  </a:moveTo>
                  <a:lnTo>
                    <a:pt x="0" y="6800"/>
                  </a:lnTo>
                  <a:lnTo>
                    <a:pt x="1157" y="7490"/>
                  </a:lnTo>
                  <a:lnTo>
                    <a:pt x="5217" y="690"/>
                  </a:lnTo>
                  <a:lnTo>
                    <a:pt x="4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46"/>
            <p:cNvSpPr/>
            <p:nvPr/>
          </p:nvSpPr>
          <p:spPr>
            <a:xfrm>
              <a:off x="-1604225" y="-1132050"/>
              <a:ext cx="130450" cy="187275"/>
            </a:xfrm>
            <a:custGeom>
              <a:avLst/>
              <a:gdLst/>
              <a:ahLst/>
              <a:cxnLst/>
              <a:rect l="l" t="t" r="r" b="b"/>
              <a:pathLst>
                <a:path w="5218" h="7491" extrusionOk="0">
                  <a:moveTo>
                    <a:pt x="4060" y="0"/>
                  </a:moveTo>
                  <a:lnTo>
                    <a:pt x="1" y="6800"/>
                  </a:lnTo>
                  <a:lnTo>
                    <a:pt x="1158" y="7490"/>
                  </a:lnTo>
                  <a:lnTo>
                    <a:pt x="5217" y="690"/>
                  </a:lnTo>
                  <a:lnTo>
                    <a:pt x="4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46"/>
            <p:cNvSpPr/>
            <p:nvPr/>
          </p:nvSpPr>
          <p:spPr>
            <a:xfrm>
              <a:off x="-2012725" y="-1132050"/>
              <a:ext cx="130450" cy="187275"/>
            </a:xfrm>
            <a:custGeom>
              <a:avLst/>
              <a:gdLst/>
              <a:ahLst/>
              <a:cxnLst/>
              <a:rect l="l" t="t" r="r" b="b"/>
              <a:pathLst>
                <a:path w="5218" h="7491" extrusionOk="0">
                  <a:moveTo>
                    <a:pt x="4060" y="0"/>
                  </a:moveTo>
                  <a:lnTo>
                    <a:pt x="1" y="6800"/>
                  </a:lnTo>
                  <a:lnTo>
                    <a:pt x="1178" y="7490"/>
                  </a:lnTo>
                  <a:lnTo>
                    <a:pt x="5217" y="690"/>
                  </a:lnTo>
                  <a:lnTo>
                    <a:pt x="4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46"/>
            <p:cNvSpPr/>
            <p:nvPr/>
          </p:nvSpPr>
          <p:spPr>
            <a:xfrm>
              <a:off x="-2421200" y="-1132050"/>
              <a:ext cx="130425" cy="187275"/>
            </a:xfrm>
            <a:custGeom>
              <a:avLst/>
              <a:gdLst/>
              <a:ahLst/>
              <a:cxnLst/>
              <a:rect l="l" t="t" r="r" b="b"/>
              <a:pathLst>
                <a:path w="5217" h="7491" extrusionOk="0">
                  <a:moveTo>
                    <a:pt x="4060" y="0"/>
                  </a:moveTo>
                  <a:lnTo>
                    <a:pt x="0" y="6800"/>
                  </a:lnTo>
                  <a:lnTo>
                    <a:pt x="1178" y="7490"/>
                  </a:lnTo>
                  <a:lnTo>
                    <a:pt x="5217" y="690"/>
                  </a:lnTo>
                  <a:lnTo>
                    <a:pt x="4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46"/>
            <p:cNvSpPr/>
            <p:nvPr/>
          </p:nvSpPr>
          <p:spPr>
            <a:xfrm>
              <a:off x="-2829175" y="-1132050"/>
              <a:ext cx="129925" cy="187275"/>
            </a:xfrm>
            <a:custGeom>
              <a:avLst/>
              <a:gdLst/>
              <a:ahLst/>
              <a:cxnLst/>
              <a:rect l="l" t="t" r="r" b="b"/>
              <a:pathLst>
                <a:path w="5197" h="7491" extrusionOk="0">
                  <a:moveTo>
                    <a:pt x="4039" y="0"/>
                  </a:moveTo>
                  <a:lnTo>
                    <a:pt x="0" y="6800"/>
                  </a:lnTo>
                  <a:lnTo>
                    <a:pt x="1157" y="7490"/>
                  </a:lnTo>
                  <a:lnTo>
                    <a:pt x="5196" y="690"/>
                  </a:lnTo>
                  <a:lnTo>
                    <a:pt x="403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46"/>
            <p:cNvSpPr/>
            <p:nvPr/>
          </p:nvSpPr>
          <p:spPr>
            <a:xfrm>
              <a:off x="-3237675" y="-1132050"/>
              <a:ext cx="129925" cy="187275"/>
            </a:xfrm>
            <a:custGeom>
              <a:avLst/>
              <a:gdLst/>
              <a:ahLst/>
              <a:cxnLst/>
              <a:rect l="l" t="t" r="r" b="b"/>
              <a:pathLst>
                <a:path w="5197" h="7491" extrusionOk="0">
                  <a:moveTo>
                    <a:pt x="4040" y="0"/>
                  </a:moveTo>
                  <a:lnTo>
                    <a:pt x="0" y="6800"/>
                  </a:lnTo>
                  <a:lnTo>
                    <a:pt x="1157" y="7490"/>
                  </a:lnTo>
                  <a:lnTo>
                    <a:pt x="5197" y="690"/>
                  </a:lnTo>
                  <a:lnTo>
                    <a:pt x="40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9" name="Google Shape;579;p46"/>
          <p:cNvGrpSpPr/>
          <p:nvPr/>
        </p:nvGrpSpPr>
        <p:grpSpPr>
          <a:xfrm>
            <a:off x="7670273" y="2912496"/>
            <a:ext cx="2159530" cy="548628"/>
            <a:chOff x="2641350" y="846250"/>
            <a:chExt cx="413600" cy="105075"/>
          </a:xfrm>
        </p:grpSpPr>
        <p:sp>
          <p:nvSpPr>
            <p:cNvPr id="580" name="Google Shape;580;p46"/>
            <p:cNvSpPr/>
            <p:nvPr/>
          </p:nvSpPr>
          <p:spPr>
            <a:xfrm>
              <a:off x="2991475" y="846250"/>
              <a:ext cx="63475" cy="105075"/>
            </a:xfrm>
            <a:custGeom>
              <a:avLst/>
              <a:gdLst/>
              <a:ahLst/>
              <a:cxnLst/>
              <a:rect l="l" t="t" r="r" b="b"/>
              <a:pathLst>
                <a:path w="2539" h="4203" extrusionOk="0">
                  <a:moveTo>
                    <a:pt x="2092" y="1"/>
                  </a:moveTo>
                  <a:lnTo>
                    <a:pt x="1" y="2111"/>
                  </a:lnTo>
                  <a:lnTo>
                    <a:pt x="2092" y="4202"/>
                  </a:lnTo>
                  <a:lnTo>
                    <a:pt x="2538" y="3756"/>
                  </a:lnTo>
                  <a:lnTo>
                    <a:pt x="874" y="2111"/>
                  </a:lnTo>
                  <a:lnTo>
                    <a:pt x="2538" y="447"/>
                  </a:lnTo>
                  <a:lnTo>
                    <a:pt x="209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46"/>
            <p:cNvSpPr/>
            <p:nvPr/>
          </p:nvSpPr>
          <p:spPr>
            <a:xfrm>
              <a:off x="2874775" y="846250"/>
              <a:ext cx="63450" cy="105075"/>
            </a:xfrm>
            <a:custGeom>
              <a:avLst/>
              <a:gdLst/>
              <a:ahLst/>
              <a:cxnLst/>
              <a:rect l="l" t="t" r="r" b="b"/>
              <a:pathLst>
                <a:path w="2538" h="4203" extrusionOk="0">
                  <a:moveTo>
                    <a:pt x="2091" y="1"/>
                  </a:moveTo>
                  <a:lnTo>
                    <a:pt x="0" y="2111"/>
                  </a:lnTo>
                  <a:lnTo>
                    <a:pt x="2091" y="4202"/>
                  </a:lnTo>
                  <a:lnTo>
                    <a:pt x="2538" y="3756"/>
                  </a:lnTo>
                  <a:lnTo>
                    <a:pt x="894" y="2111"/>
                  </a:lnTo>
                  <a:lnTo>
                    <a:pt x="2538" y="447"/>
                  </a:lnTo>
                  <a:lnTo>
                    <a:pt x="20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46"/>
            <p:cNvSpPr/>
            <p:nvPr/>
          </p:nvSpPr>
          <p:spPr>
            <a:xfrm>
              <a:off x="2758075" y="846250"/>
              <a:ext cx="63450" cy="105075"/>
            </a:xfrm>
            <a:custGeom>
              <a:avLst/>
              <a:gdLst/>
              <a:ahLst/>
              <a:cxnLst/>
              <a:rect l="l" t="t" r="r" b="b"/>
              <a:pathLst>
                <a:path w="2538" h="4203" extrusionOk="0">
                  <a:moveTo>
                    <a:pt x="2111" y="1"/>
                  </a:moveTo>
                  <a:lnTo>
                    <a:pt x="0" y="2111"/>
                  </a:lnTo>
                  <a:lnTo>
                    <a:pt x="2111" y="4202"/>
                  </a:lnTo>
                  <a:lnTo>
                    <a:pt x="2537" y="3756"/>
                  </a:lnTo>
                  <a:lnTo>
                    <a:pt x="893" y="2111"/>
                  </a:lnTo>
                  <a:lnTo>
                    <a:pt x="2537" y="447"/>
                  </a:lnTo>
                  <a:lnTo>
                    <a:pt x="21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46"/>
            <p:cNvSpPr/>
            <p:nvPr/>
          </p:nvSpPr>
          <p:spPr>
            <a:xfrm>
              <a:off x="2641350" y="846250"/>
              <a:ext cx="63975" cy="105075"/>
            </a:xfrm>
            <a:custGeom>
              <a:avLst/>
              <a:gdLst/>
              <a:ahLst/>
              <a:cxnLst/>
              <a:rect l="l" t="t" r="r" b="b"/>
              <a:pathLst>
                <a:path w="2559" h="4203" extrusionOk="0">
                  <a:moveTo>
                    <a:pt x="2112" y="1"/>
                  </a:moveTo>
                  <a:lnTo>
                    <a:pt x="1" y="2111"/>
                  </a:lnTo>
                  <a:lnTo>
                    <a:pt x="2112" y="4202"/>
                  </a:lnTo>
                  <a:lnTo>
                    <a:pt x="2558" y="3756"/>
                  </a:lnTo>
                  <a:lnTo>
                    <a:pt x="894" y="2111"/>
                  </a:lnTo>
                  <a:lnTo>
                    <a:pt x="2558" y="447"/>
                  </a:lnTo>
                  <a:lnTo>
                    <a:pt x="21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 name="Google Shape;552;p46"/>
          <p:cNvSpPr txBox="1">
            <a:spLocks noGrp="1"/>
          </p:cNvSpPr>
          <p:nvPr>
            <p:ph type="title"/>
          </p:nvPr>
        </p:nvSpPr>
        <p:spPr>
          <a:xfrm>
            <a:off x="538404" y="457093"/>
            <a:ext cx="8066191" cy="572700"/>
          </a:xfrm>
          <a:prstGeom prst="rect">
            <a:avLst/>
          </a:prstGeom>
          <a:ln>
            <a:solidFill>
              <a:srgbClr val="6E79E4"/>
            </a:solidFill>
          </a:ln>
        </p:spPr>
        <p:txBody>
          <a:bodyPr spcFirstLastPara="1" wrap="square" lIns="91425" tIns="91425" rIns="91425" bIns="91425" anchor="ctr" anchorCtr="0">
            <a:noAutofit/>
          </a:bodyPr>
          <a:lstStyle/>
          <a:p>
            <a:pPr marL="0" lvl="0" indent="0" algn="ctr" rtl="0">
              <a:spcBef>
                <a:spcPts val="0"/>
              </a:spcBef>
              <a:spcAft>
                <a:spcPts val="0"/>
              </a:spcAft>
              <a:buNone/>
            </a:pPr>
            <a:r>
              <a:rPr lang="en-US" dirty="0" err="1">
                <a:latin typeface="UTM Andrea" panose="02040603050506020204" pitchFamily="18" charset="0"/>
              </a:rPr>
              <a:t>Ưu</a:t>
            </a:r>
            <a:r>
              <a:rPr lang="en-US" dirty="0">
                <a:latin typeface="UTM Andrea" panose="02040603050506020204" pitchFamily="18" charset="0"/>
              </a:rPr>
              <a:t> </a:t>
            </a:r>
            <a:r>
              <a:rPr lang="en-US" dirty="0" err="1">
                <a:latin typeface="UTM Andrea" panose="02040603050506020204" pitchFamily="18" charset="0"/>
              </a:rPr>
              <a:t>điểm</a:t>
            </a:r>
            <a:r>
              <a:rPr lang="en-US" dirty="0">
                <a:latin typeface="UTM Andrea" panose="02040603050506020204" pitchFamily="18" charset="0"/>
              </a:rPr>
              <a:t> </a:t>
            </a:r>
            <a:r>
              <a:rPr lang="en" dirty="0">
                <a:latin typeface="UTM Andrea" panose="02040603050506020204" pitchFamily="18" charset="0"/>
              </a:rPr>
              <a:t>của thuật toán DFS</a:t>
            </a:r>
            <a:endParaRPr dirty="0">
              <a:latin typeface="UTM Andrea" panose="02040603050506020204" pitchFamily="18" charset="0"/>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68"/>
                                        </p:tgtEl>
                                        <p:attrNameLst>
                                          <p:attrName>style.visibility</p:attrName>
                                        </p:attrNameLst>
                                      </p:cBhvr>
                                      <p:to>
                                        <p:strVal val="visible"/>
                                      </p:to>
                                    </p:set>
                                    <p:animEffect transition="in" filter="fade">
                                      <p:cBhvr>
                                        <p:cTn id="7" dur="100"/>
                                        <p:tgtEl>
                                          <p:spTgt spid="56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51"/>
                                        </p:tgtEl>
                                        <p:attrNameLst>
                                          <p:attrName>style.visibility</p:attrName>
                                        </p:attrNameLst>
                                      </p:cBhvr>
                                      <p:to>
                                        <p:strVal val="visible"/>
                                      </p:to>
                                    </p:set>
                                    <p:animEffect transition="in" filter="fade">
                                      <p:cBhvr>
                                        <p:cTn id="10" dur="100"/>
                                        <p:tgtEl>
                                          <p:spTgt spid="551"/>
                                        </p:tgtEl>
                                      </p:cBhvr>
                                    </p:animEffect>
                                  </p:childTnLst>
                                </p:cTn>
                              </p:par>
                              <p:par>
                                <p:cTn id="11" presetID="10" presetClass="entr" presetSubtype="0" fill="hold" nodeType="withEffect">
                                  <p:stCondLst>
                                    <p:cond delay="0"/>
                                  </p:stCondLst>
                                  <p:childTnLst>
                                    <p:set>
                                      <p:cBhvr>
                                        <p:cTn id="12" dur="1" fill="hold">
                                          <p:stCondLst>
                                            <p:cond delay="0"/>
                                          </p:stCondLst>
                                        </p:cTn>
                                        <p:tgtEl>
                                          <p:spTgt spid="563"/>
                                        </p:tgtEl>
                                        <p:attrNameLst>
                                          <p:attrName>style.visibility</p:attrName>
                                        </p:attrNameLst>
                                      </p:cBhvr>
                                      <p:to>
                                        <p:strVal val="visible"/>
                                      </p:to>
                                    </p:set>
                                    <p:animEffect transition="in" filter="fade">
                                      <p:cBhvr>
                                        <p:cTn id="13" dur="100"/>
                                        <p:tgtEl>
                                          <p:spTgt spid="56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53">
                                            <p:txEl>
                                              <p:pRg st="0" end="0"/>
                                            </p:txEl>
                                          </p:spTgt>
                                        </p:tgtEl>
                                        <p:attrNameLst>
                                          <p:attrName>style.visibility</p:attrName>
                                        </p:attrNameLst>
                                      </p:cBhvr>
                                      <p:to>
                                        <p:strVal val="visible"/>
                                      </p:to>
                                    </p:set>
                                    <p:animEffect transition="in" filter="fade">
                                      <p:cBhvr>
                                        <p:cTn id="16" dur="100"/>
                                        <p:tgtEl>
                                          <p:spTgt spid="553">
                                            <p:txEl>
                                              <p:pRg st="0" end="0"/>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55">
                                            <p:txEl>
                                              <p:pRg st="0" end="0"/>
                                            </p:txEl>
                                          </p:spTgt>
                                        </p:tgtEl>
                                        <p:attrNameLst>
                                          <p:attrName>style.visibility</p:attrName>
                                        </p:attrNameLst>
                                      </p:cBhvr>
                                      <p:to>
                                        <p:strVal val="visible"/>
                                      </p:to>
                                    </p:set>
                                    <p:animEffect transition="in" filter="fade">
                                      <p:cBhvr>
                                        <p:cTn id="19" dur="100"/>
                                        <p:tgtEl>
                                          <p:spTgt spid="555">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567"/>
                                        </p:tgtEl>
                                        <p:attrNameLst>
                                          <p:attrName>style.visibility</p:attrName>
                                        </p:attrNameLst>
                                      </p:cBhvr>
                                      <p:to>
                                        <p:strVal val="visible"/>
                                      </p:to>
                                    </p:set>
                                    <p:animEffect transition="in" filter="fade">
                                      <p:cBhvr>
                                        <p:cTn id="24" dur="100"/>
                                        <p:tgtEl>
                                          <p:spTgt spid="56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50"/>
                                        </p:tgtEl>
                                        <p:attrNameLst>
                                          <p:attrName>style.visibility</p:attrName>
                                        </p:attrNameLst>
                                      </p:cBhvr>
                                      <p:to>
                                        <p:strVal val="visible"/>
                                      </p:to>
                                    </p:set>
                                    <p:animEffect transition="in" filter="fade">
                                      <p:cBhvr>
                                        <p:cTn id="27" dur="100"/>
                                        <p:tgtEl>
                                          <p:spTgt spid="550"/>
                                        </p:tgtEl>
                                      </p:cBhvr>
                                    </p:animEffect>
                                  </p:childTnLst>
                                </p:cTn>
                              </p:par>
                              <p:par>
                                <p:cTn id="28" presetID="10" presetClass="entr" presetSubtype="0" fill="hold" nodeType="withEffect">
                                  <p:stCondLst>
                                    <p:cond delay="0"/>
                                  </p:stCondLst>
                                  <p:childTnLst>
                                    <p:set>
                                      <p:cBhvr>
                                        <p:cTn id="29" dur="1" fill="hold">
                                          <p:stCondLst>
                                            <p:cond delay="0"/>
                                          </p:stCondLst>
                                        </p:cTn>
                                        <p:tgtEl>
                                          <p:spTgt spid="557"/>
                                        </p:tgtEl>
                                        <p:attrNameLst>
                                          <p:attrName>style.visibility</p:attrName>
                                        </p:attrNameLst>
                                      </p:cBhvr>
                                      <p:to>
                                        <p:strVal val="visible"/>
                                      </p:to>
                                    </p:set>
                                    <p:animEffect transition="in" filter="fade">
                                      <p:cBhvr>
                                        <p:cTn id="30" dur="100"/>
                                        <p:tgtEl>
                                          <p:spTgt spid="557"/>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554">
                                            <p:txEl>
                                              <p:pRg st="0" end="0"/>
                                            </p:txEl>
                                          </p:spTgt>
                                        </p:tgtEl>
                                        <p:attrNameLst>
                                          <p:attrName>style.visibility</p:attrName>
                                        </p:attrNameLst>
                                      </p:cBhvr>
                                      <p:to>
                                        <p:strVal val="visible"/>
                                      </p:to>
                                    </p:set>
                                    <p:animEffect transition="in" filter="fade">
                                      <p:cBhvr>
                                        <p:cTn id="33" dur="100"/>
                                        <p:tgtEl>
                                          <p:spTgt spid="554">
                                            <p:txEl>
                                              <p:pRg st="0" end="0"/>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556">
                                            <p:txEl>
                                              <p:pRg st="0" end="0"/>
                                            </p:txEl>
                                          </p:spTgt>
                                        </p:tgtEl>
                                        <p:attrNameLst>
                                          <p:attrName>style.visibility</p:attrName>
                                        </p:attrNameLst>
                                      </p:cBhvr>
                                      <p:to>
                                        <p:strVal val="visible"/>
                                      </p:to>
                                    </p:set>
                                    <p:animEffect transition="in" filter="fade">
                                      <p:cBhvr>
                                        <p:cTn id="36" dur="100"/>
                                        <p:tgtEl>
                                          <p:spTgt spid="55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0" grpId="0" animBg="1"/>
      <p:bldP spid="551" grpId="0" animBg="1"/>
      <p:bldP spid="553" grpId="0" build="p"/>
      <p:bldP spid="554" grpId="0" build="p"/>
      <p:bldP spid="555" grpId="0" build="p"/>
      <p:bldP spid="556" grpId="0" build="p"/>
      <p:bldP spid="567" grpId="0" animBg="1"/>
      <p:bldP spid="56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38"/>
        <p:cNvGrpSpPr/>
        <p:nvPr/>
      </p:nvGrpSpPr>
      <p:grpSpPr>
        <a:xfrm>
          <a:off x="0" y="0"/>
          <a:ext cx="0" cy="0"/>
          <a:chOff x="0" y="0"/>
          <a:chExt cx="0" cy="0"/>
        </a:xfrm>
      </p:grpSpPr>
      <p:sp>
        <p:nvSpPr>
          <p:cNvPr id="1439" name="Google Shape;1439;p69"/>
          <p:cNvSpPr txBox="1">
            <a:spLocks noGrp="1"/>
          </p:cNvSpPr>
          <p:nvPr>
            <p:ph type="title"/>
          </p:nvPr>
        </p:nvSpPr>
        <p:spPr>
          <a:xfrm>
            <a:off x="1350320" y="1190802"/>
            <a:ext cx="6443310" cy="531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900" dirty="0">
                <a:latin typeface="UTM Andrea" panose="02040603050506020204" pitchFamily="18" charset="0"/>
              </a:rPr>
              <a:t>Ứng dụng trong trò chơi</a:t>
            </a:r>
            <a:endParaRPr sz="3900" dirty="0">
              <a:latin typeface="UTM Andrea" panose="02040603050506020204" pitchFamily="18" charset="0"/>
            </a:endParaRPr>
          </a:p>
        </p:txBody>
      </p:sp>
      <p:sp>
        <p:nvSpPr>
          <p:cNvPr id="1440" name="Google Shape;1440;p69"/>
          <p:cNvSpPr txBox="1">
            <a:spLocks noGrp="1"/>
          </p:cNvSpPr>
          <p:nvPr>
            <p:ph type="subTitle" idx="1"/>
          </p:nvPr>
        </p:nvSpPr>
        <p:spPr>
          <a:xfrm>
            <a:off x="1458125" y="1416699"/>
            <a:ext cx="6227700" cy="3031475"/>
          </a:xfrm>
          <a:prstGeom prst="rect">
            <a:avLst/>
          </a:prstGeom>
        </p:spPr>
        <p:txBody>
          <a:bodyPr spcFirstLastPara="1" wrap="square" lIns="91425" tIns="91425" rIns="91425" bIns="91425" anchor="ctr" anchorCtr="0">
            <a:noAutofit/>
          </a:bodyPr>
          <a:lstStyle/>
          <a:p>
            <a:pPr marL="0" lvl="0" indent="0"/>
            <a:r>
              <a:rPr lang="vi-VN" sz="2000" dirty="0"/>
              <a:t>Sau khi mê cung được tạo, người chơi sẽ phải tìm ra con đường dẫn đến điểm đích bằng cách di chuyển qua các hành lang và tránh các ngõ cụt. Cấu trúc ngẫu nhiên của mê cung đảm bảo rằng người chơi luôn gặp những thử thách khác nhau.</a:t>
            </a:r>
            <a:endParaRPr sz="2000" dirty="0"/>
          </a:p>
        </p:txBody>
      </p:sp>
      <p:grpSp>
        <p:nvGrpSpPr>
          <p:cNvPr id="1441" name="Google Shape;1441;p69"/>
          <p:cNvGrpSpPr/>
          <p:nvPr/>
        </p:nvGrpSpPr>
        <p:grpSpPr>
          <a:xfrm rot="-5400000">
            <a:off x="6840193" y="448790"/>
            <a:ext cx="2159530" cy="548628"/>
            <a:chOff x="2641350" y="846250"/>
            <a:chExt cx="413600" cy="105075"/>
          </a:xfrm>
        </p:grpSpPr>
        <p:sp>
          <p:nvSpPr>
            <p:cNvPr id="1442" name="Google Shape;1442;p69"/>
            <p:cNvSpPr/>
            <p:nvPr/>
          </p:nvSpPr>
          <p:spPr>
            <a:xfrm>
              <a:off x="2991475" y="846250"/>
              <a:ext cx="63475" cy="105075"/>
            </a:xfrm>
            <a:custGeom>
              <a:avLst/>
              <a:gdLst/>
              <a:ahLst/>
              <a:cxnLst/>
              <a:rect l="l" t="t" r="r" b="b"/>
              <a:pathLst>
                <a:path w="2539" h="4203" extrusionOk="0">
                  <a:moveTo>
                    <a:pt x="2092" y="1"/>
                  </a:moveTo>
                  <a:lnTo>
                    <a:pt x="1" y="2111"/>
                  </a:lnTo>
                  <a:lnTo>
                    <a:pt x="2092" y="4202"/>
                  </a:lnTo>
                  <a:lnTo>
                    <a:pt x="2538" y="3756"/>
                  </a:lnTo>
                  <a:lnTo>
                    <a:pt x="874" y="2111"/>
                  </a:lnTo>
                  <a:lnTo>
                    <a:pt x="2538" y="447"/>
                  </a:lnTo>
                  <a:lnTo>
                    <a:pt x="209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69"/>
            <p:cNvSpPr/>
            <p:nvPr/>
          </p:nvSpPr>
          <p:spPr>
            <a:xfrm>
              <a:off x="2874775" y="846250"/>
              <a:ext cx="63450" cy="105075"/>
            </a:xfrm>
            <a:custGeom>
              <a:avLst/>
              <a:gdLst/>
              <a:ahLst/>
              <a:cxnLst/>
              <a:rect l="l" t="t" r="r" b="b"/>
              <a:pathLst>
                <a:path w="2538" h="4203" extrusionOk="0">
                  <a:moveTo>
                    <a:pt x="2091" y="1"/>
                  </a:moveTo>
                  <a:lnTo>
                    <a:pt x="0" y="2111"/>
                  </a:lnTo>
                  <a:lnTo>
                    <a:pt x="2091" y="4202"/>
                  </a:lnTo>
                  <a:lnTo>
                    <a:pt x="2538" y="3756"/>
                  </a:lnTo>
                  <a:lnTo>
                    <a:pt x="894" y="2111"/>
                  </a:lnTo>
                  <a:lnTo>
                    <a:pt x="2538" y="447"/>
                  </a:lnTo>
                  <a:lnTo>
                    <a:pt x="20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69"/>
            <p:cNvSpPr/>
            <p:nvPr/>
          </p:nvSpPr>
          <p:spPr>
            <a:xfrm>
              <a:off x="2758075" y="846250"/>
              <a:ext cx="63450" cy="105075"/>
            </a:xfrm>
            <a:custGeom>
              <a:avLst/>
              <a:gdLst/>
              <a:ahLst/>
              <a:cxnLst/>
              <a:rect l="l" t="t" r="r" b="b"/>
              <a:pathLst>
                <a:path w="2538" h="4203" extrusionOk="0">
                  <a:moveTo>
                    <a:pt x="2111" y="1"/>
                  </a:moveTo>
                  <a:lnTo>
                    <a:pt x="0" y="2111"/>
                  </a:lnTo>
                  <a:lnTo>
                    <a:pt x="2111" y="4202"/>
                  </a:lnTo>
                  <a:lnTo>
                    <a:pt x="2537" y="3756"/>
                  </a:lnTo>
                  <a:lnTo>
                    <a:pt x="893" y="2111"/>
                  </a:lnTo>
                  <a:lnTo>
                    <a:pt x="2537" y="447"/>
                  </a:lnTo>
                  <a:lnTo>
                    <a:pt x="21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69"/>
            <p:cNvSpPr/>
            <p:nvPr/>
          </p:nvSpPr>
          <p:spPr>
            <a:xfrm>
              <a:off x="2641350" y="846250"/>
              <a:ext cx="63975" cy="105075"/>
            </a:xfrm>
            <a:custGeom>
              <a:avLst/>
              <a:gdLst/>
              <a:ahLst/>
              <a:cxnLst/>
              <a:rect l="l" t="t" r="r" b="b"/>
              <a:pathLst>
                <a:path w="2559" h="4203" extrusionOk="0">
                  <a:moveTo>
                    <a:pt x="2112" y="1"/>
                  </a:moveTo>
                  <a:lnTo>
                    <a:pt x="1" y="2111"/>
                  </a:lnTo>
                  <a:lnTo>
                    <a:pt x="2112" y="4202"/>
                  </a:lnTo>
                  <a:lnTo>
                    <a:pt x="2558" y="3756"/>
                  </a:lnTo>
                  <a:lnTo>
                    <a:pt x="894" y="2111"/>
                  </a:lnTo>
                  <a:lnTo>
                    <a:pt x="2558" y="447"/>
                  </a:lnTo>
                  <a:lnTo>
                    <a:pt x="21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6" name="Google Shape;1446;p69"/>
          <p:cNvGrpSpPr/>
          <p:nvPr/>
        </p:nvGrpSpPr>
        <p:grpSpPr>
          <a:xfrm rot="5400000">
            <a:off x="93584" y="4162506"/>
            <a:ext cx="2159530" cy="548628"/>
            <a:chOff x="2641350" y="846250"/>
            <a:chExt cx="413600" cy="105075"/>
          </a:xfrm>
        </p:grpSpPr>
        <p:sp>
          <p:nvSpPr>
            <p:cNvPr id="1447" name="Google Shape;1447;p69"/>
            <p:cNvSpPr/>
            <p:nvPr/>
          </p:nvSpPr>
          <p:spPr>
            <a:xfrm>
              <a:off x="2991475" y="846250"/>
              <a:ext cx="63475" cy="105075"/>
            </a:xfrm>
            <a:custGeom>
              <a:avLst/>
              <a:gdLst/>
              <a:ahLst/>
              <a:cxnLst/>
              <a:rect l="l" t="t" r="r" b="b"/>
              <a:pathLst>
                <a:path w="2539" h="4203" extrusionOk="0">
                  <a:moveTo>
                    <a:pt x="2092" y="1"/>
                  </a:moveTo>
                  <a:lnTo>
                    <a:pt x="1" y="2111"/>
                  </a:lnTo>
                  <a:lnTo>
                    <a:pt x="2092" y="4202"/>
                  </a:lnTo>
                  <a:lnTo>
                    <a:pt x="2538" y="3756"/>
                  </a:lnTo>
                  <a:lnTo>
                    <a:pt x="874" y="2111"/>
                  </a:lnTo>
                  <a:lnTo>
                    <a:pt x="2538" y="447"/>
                  </a:lnTo>
                  <a:lnTo>
                    <a:pt x="209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69"/>
            <p:cNvSpPr/>
            <p:nvPr/>
          </p:nvSpPr>
          <p:spPr>
            <a:xfrm>
              <a:off x="2874775" y="846250"/>
              <a:ext cx="63450" cy="105075"/>
            </a:xfrm>
            <a:custGeom>
              <a:avLst/>
              <a:gdLst/>
              <a:ahLst/>
              <a:cxnLst/>
              <a:rect l="l" t="t" r="r" b="b"/>
              <a:pathLst>
                <a:path w="2538" h="4203" extrusionOk="0">
                  <a:moveTo>
                    <a:pt x="2091" y="1"/>
                  </a:moveTo>
                  <a:lnTo>
                    <a:pt x="0" y="2111"/>
                  </a:lnTo>
                  <a:lnTo>
                    <a:pt x="2091" y="4202"/>
                  </a:lnTo>
                  <a:lnTo>
                    <a:pt x="2538" y="3756"/>
                  </a:lnTo>
                  <a:lnTo>
                    <a:pt x="894" y="2111"/>
                  </a:lnTo>
                  <a:lnTo>
                    <a:pt x="2538" y="447"/>
                  </a:lnTo>
                  <a:lnTo>
                    <a:pt x="20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69"/>
            <p:cNvSpPr/>
            <p:nvPr/>
          </p:nvSpPr>
          <p:spPr>
            <a:xfrm>
              <a:off x="2758075" y="846250"/>
              <a:ext cx="63450" cy="105075"/>
            </a:xfrm>
            <a:custGeom>
              <a:avLst/>
              <a:gdLst/>
              <a:ahLst/>
              <a:cxnLst/>
              <a:rect l="l" t="t" r="r" b="b"/>
              <a:pathLst>
                <a:path w="2538" h="4203" extrusionOk="0">
                  <a:moveTo>
                    <a:pt x="2111" y="1"/>
                  </a:moveTo>
                  <a:lnTo>
                    <a:pt x="0" y="2111"/>
                  </a:lnTo>
                  <a:lnTo>
                    <a:pt x="2111" y="4202"/>
                  </a:lnTo>
                  <a:lnTo>
                    <a:pt x="2537" y="3756"/>
                  </a:lnTo>
                  <a:lnTo>
                    <a:pt x="893" y="2111"/>
                  </a:lnTo>
                  <a:lnTo>
                    <a:pt x="2537" y="447"/>
                  </a:lnTo>
                  <a:lnTo>
                    <a:pt x="21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69"/>
            <p:cNvSpPr/>
            <p:nvPr/>
          </p:nvSpPr>
          <p:spPr>
            <a:xfrm>
              <a:off x="2641350" y="846250"/>
              <a:ext cx="63975" cy="105075"/>
            </a:xfrm>
            <a:custGeom>
              <a:avLst/>
              <a:gdLst/>
              <a:ahLst/>
              <a:cxnLst/>
              <a:rect l="l" t="t" r="r" b="b"/>
              <a:pathLst>
                <a:path w="2559" h="4203" extrusionOk="0">
                  <a:moveTo>
                    <a:pt x="2112" y="1"/>
                  </a:moveTo>
                  <a:lnTo>
                    <a:pt x="1" y="2111"/>
                  </a:lnTo>
                  <a:lnTo>
                    <a:pt x="2112" y="4202"/>
                  </a:lnTo>
                  <a:lnTo>
                    <a:pt x="2558" y="3756"/>
                  </a:lnTo>
                  <a:lnTo>
                    <a:pt x="894" y="2111"/>
                  </a:lnTo>
                  <a:lnTo>
                    <a:pt x="2558" y="447"/>
                  </a:lnTo>
                  <a:lnTo>
                    <a:pt x="21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30365897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40">
                                            <p:txEl>
                                              <p:pRg st="0" end="0"/>
                                            </p:txEl>
                                          </p:spTgt>
                                        </p:tgtEl>
                                        <p:attrNameLst>
                                          <p:attrName>style.visibility</p:attrName>
                                        </p:attrNameLst>
                                      </p:cBhvr>
                                      <p:to>
                                        <p:strVal val="visible"/>
                                      </p:to>
                                    </p:set>
                                    <p:animEffect transition="in" filter="fade">
                                      <p:cBhvr>
                                        <p:cTn id="7" dur="100"/>
                                        <p:tgtEl>
                                          <p:spTgt spid="144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0"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336"/>
        <p:cNvGrpSpPr/>
        <p:nvPr/>
      </p:nvGrpSpPr>
      <p:grpSpPr>
        <a:xfrm>
          <a:off x="0" y="0"/>
          <a:ext cx="0" cy="0"/>
          <a:chOff x="0" y="0"/>
          <a:chExt cx="0" cy="0"/>
        </a:xfrm>
      </p:grpSpPr>
      <p:sp>
        <p:nvSpPr>
          <p:cNvPr id="1338" name="Google Shape;1338;p64"/>
          <p:cNvSpPr/>
          <p:nvPr/>
        </p:nvSpPr>
        <p:spPr>
          <a:xfrm>
            <a:off x="2517592" y="519600"/>
            <a:ext cx="6261600" cy="4624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64"/>
          <p:cNvSpPr/>
          <p:nvPr/>
        </p:nvSpPr>
        <p:spPr>
          <a:xfrm>
            <a:off x="2851892" y="832048"/>
            <a:ext cx="5580000" cy="4311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64"/>
          <p:cNvSpPr txBox="1">
            <a:spLocks noGrp="1"/>
          </p:cNvSpPr>
          <p:nvPr>
            <p:ph type="title"/>
          </p:nvPr>
        </p:nvSpPr>
        <p:spPr>
          <a:xfrm>
            <a:off x="3172850" y="2190966"/>
            <a:ext cx="4944900" cy="1585859"/>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UTM Andrea" panose="02040603050506020204" pitchFamily="18" charset="0"/>
              </a:rPr>
              <a:t>Nhân vật</a:t>
            </a:r>
            <a:endParaRPr dirty="0">
              <a:latin typeface="UTM Andrea" panose="02040603050506020204" pitchFamily="18" charset="0"/>
            </a:endParaRPr>
          </a:p>
        </p:txBody>
      </p:sp>
      <p:sp>
        <p:nvSpPr>
          <p:cNvPr id="1341" name="Google Shape;1341;p64"/>
          <p:cNvSpPr txBox="1">
            <a:spLocks noGrp="1"/>
          </p:cNvSpPr>
          <p:nvPr>
            <p:ph type="title" idx="2"/>
          </p:nvPr>
        </p:nvSpPr>
        <p:spPr>
          <a:xfrm>
            <a:off x="4705742" y="1349167"/>
            <a:ext cx="18828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UTM Andrea" panose="02040603050506020204" pitchFamily="18" charset="0"/>
              </a:rPr>
              <a:t>05.</a:t>
            </a:r>
            <a:endParaRPr dirty="0">
              <a:latin typeface="UTM Andrea" panose="02040603050506020204" pitchFamily="18" charset="0"/>
            </a:endParaRPr>
          </a:p>
        </p:txBody>
      </p:sp>
      <p:grpSp>
        <p:nvGrpSpPr>
          <p:cNvPr id="1343" name="Google Shape;1343;p64"/>
          <p:cNvGrpSpPr/>
          <p:nvPr/>
        </p:nvGrpSpPr>
        <p:grpSpPr>
          <a:xfrm rot="-5400000">
            <a:off x="7735238" y="1701787"/>
            <a:ext cx="537556" cy="136576"/>
            <a:chOff x="2641350" y="846250"/>
            <a:chExt cx="413600" cy="105075"/>
          </a:xfrm>
        </p:grpSpPr>
        <p:sp>
          <p:nvSpPr>
            <p:cNvPr id="1344" name="Google Shape;1344;p64"/>
            <p:cNvSpPr/>
            <p:nvPr/>
          </p:nvSpPr>
          <p:spPr>
            <a:xfrm>
              <a:off x="2991475" y="846250"/>
              <a:ext cx="63475" cy="105075"/>
            </a:xfrm>
            <a:custGeom>
              <a:avLst/>
              <a:gdLst/>
              <a:ahLst/>
              <a:cxnLst/>
              <a:rect l="l" t="t" r="r" b="b"/>
              <a:pathLst>
                <a:path w="2539" h="4203" extrusionOk="0">
                  <a:moveTo>
                    <a:pt x="2092" y="1"/>
                  </a:moveTo>
                  <a:lnTo>
                    <a:pt x="1" y="2111"/>
                  </a:lnTo>
                  <a:lnTo>
                    <a:pt x="2092" y="4202"/>
                  </a:lnTo>
                  <a:lnTo>
                    <a:pt x="2538" y="3756"/>
                  </a:lnTo>
                  <a:lnTo>
                    <a:pt x="874" y="2111"/>
                  </a:lnTo>
                  <a:lnTo>
                    <a:pt x="2538" y="447"/>
                  </a:lnTo>
                  <a:lnTo>
                    <a:pt x="209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64"/>
            <p:cNvSpPr/>
            <p:nvPr/>
          </p:nvSpPr>
          <p:spPr>
            <a:xfrm>
              <a:off x="2874775" y="846250"/>
              <a:ext cx="63450" cy="105075"/>
            </a:xfrm>
            <a:custGeom>
              <a:avLst/>
              <a:gdLst/>
              <a:ahLst/>
              <a:cxnLst/>
              <a:rect l="l" t="t" r="r" b="b"/>
              <a:pathLst>
                <a:path w="2538" h="4203" extrusionOk="0">
                  <a:moveTo>
                    <a:pt x="2091" y="1"/>
                  </a:moveTo>
                  <a:lnTo>
                    <a:pt x="0" y="2111"/>
                  </a:lnTo>
                  <a:lnTo>
                    <a:pt x="2091" y="4202"/>
                  </a:lnTo>
                  <a:lnTo>
                    <a:pt x="2538" y="3756"/>
                  </a:lnTo>
                  <a:lnTo>
                    <a:pt x="894" y="2111"/>
                  </a:lnTo>
                  <a:lnTo>
                    <a:pt x="2538" y="447"/>
                  </a:lnTo>
                  <a:lnTo>
                    <a:pt x="209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64"/>
            <p:cNvSpPr/>
            <p:nvPr/>
          </p:nvSpPr>
          <p:spPr>
            <a:xfrm>
              <a:off x="2758075" y="846250"/>
              <a:ext cx="63450" cy="105075"/>
            </a:xfrm>
            <a:custGeom>
              <a:avLst/>
              <a:gdLst/>
              <a:ahLst/>
              <a:cxnLst/>
              <a:rect l="l" t="t" r="r" b="b"/>
              <a:pathLst>
                <a:path w="2538" h="4203" extrusionOk="0">
                  <a:moveTo>
                    <a:pt x="2111" y="1"/>
                  </a:moveTo>
                  <a:lnTo>
                    <a:pt x="0" y="2111"/>
                  </a:lnTo>
                  <a:lnTo>
                    <a:pt x="2111" y="4202"/>
                  </a:lnTo>
                  <a:lnTo>
                    <a:pt x="2537" y="3756"/>
                  </a:lnTo>
                  <a:lnTo>
                    <a:pt x="893" y="2111"/>
                  </a:lnTo>
                  <a:lnTo>
                    <a:pt x="2537" y="447"/>
                  </a:lnTo>
                  <a:lnTo>
                    <a:pt x="211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64"/>
            <p:cNvSpPr/>
            <p:nvPr/>
          </p:nvSpPr>
          <p:spPr>
            <a:xfrm>
              <a:off x="2641350" y="846250"/>
              <a:ext cx="63975" cy="105075"/>
            </a:xfrm>
            <a:custGeom>
              <a:avLst/>
              <a:gdLst/>
              <a:ahLst/>
              <a:cxnLst/>
              <a:rect l="l" t="t" r="r" b="b"/>
              <a:pathLst>
                <a:path w="2559" h="4203" extrusionOk="0">
                  <a:moveTo>
                    <a:pt x="2112" y="1"/>
                  </a:moveTo>
                  <a:lnTo>
                    <a:pt x="1" y="2111"/>
                  </a:lnTo>
                  <a:lnTo>
                    <a:pt x="2112" y="4202"/>
                  </a:lnTo>
                  <a:lnTo>
                    <a:pt x="2558" y="3756"/>
                  </a:lnTo>
                  <a:lnTo>
                    <a:pt x="894" y="2111"/>
                  </a:lnTo>
                  <a:lnTo>
                    <a:pt x="2558" y="447"/>
                  </a:lnTo>
                  <a:lnTo>
                    <a:pt x="21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8" name="Google Shape;1348;p64"/>
          <p:cNvGrpSpPr/>
          <p:nvPr/>
        </p:nvGrpSpPr>
        <p:grpSpPr>
          <a:xfrm rot="-5400000">
            <a:off x="-453050" y="1363242"/>
            <a:ext cx="3397850" cy="187275"/>
            <a:chOff x="-3237675" y="-1132050"/>
            <a:chExt cx="3397850" cy="187275"/>
          </a:xfrm>
        </p:grpSpPr>
        <p:sp>
          <p:nvSpPr>
            <p:cNvPr id="1349" name="Google Shape;1349;p64"/>
            <p:cNvSpPr/>
            <p:nvPr/>
          </p:nvSpPr>
          <p:spPr>
            <a:xfrm>
              <a:off x="-378750" y="-1132050"/>
              <a:ext cx="130425" cy="187275"/>
            </a:xfrm>
            <a:custGeom>
              <a:avLst/>
              <a:gdLst/>
              <a:ahLst/>
              <a:cxnLst/>
              <a:rect l="l" t="t" r="r" b="b"/>
              <a:pathLst>
                <a:path w="5217" h="7491" extrusionOk="0">
                  <a:moveTo>
                    <a:pt x="4040" y="0"/>
                  </a:moveTo>
                  <a:lnTo>
                    <a:pt x="0" y="6800"/>
                  </a:lnTo>
                  <a:lnTo>
                    <a:pt x="1157" y="7490"/>
                  </a:lnTo>
                  <a:lnTo>
                    <a:pt x="5217" y="690"/>
                  </a:lnTo>
                  <a:lnTo>
                    <a:pt x="40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64"/>
            <p:cNvSpPr/>
            <p:nvPr/>
          </p:nvSpPr>
          <p:spPr>
            <a:xfrm>
              <a:off x="29725" y="-1132050"/>
              <a:ext cx="130450" cy="187275"/>
            </a:xfrm>
            <a:custGeom>
              <a:avLst/>
              <a:gdLst/>
              <a:ahLst/>
              <a:cxnLst/>
              <a:rect l="l" t="t" r="r" b="b"/>
              <a:pathLst>
                <a:path w="5218" h="7491" extrusionOk="0">
                  <a:moveTo>
                    <a:pt x="4040" y="0"/>
                  </a:moveTo>
                  <a:lnTo>
                    <a:pt x="1" y="6800"/>
                  </a:lnTo>
                  <a:lnTo>
                    <a:pt x="1158" y="7490"/>
                  </a:lnTo>
                  <a:lnTo>
                    <a:pt x="5217" y="690"/>
                  </a:lnTo>
                  <a:lnTo>
                    <a:pt x="40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64"/>
            <p:cNvSpPr/>
            <p:nvPr/>
          </p:nvSpPr>
          <p:spPr>
            <a:xfrm>
              <a:off x="-787250" y="-1132050"/>
              <a:ext cx="130450" cy="187275"/>
            </a:xfrm>
            <a:custGeom>
              <a:avLst/>
              <a:gdLst/>
              <a:ahLst/>
              <a:cxnLst/>
              <a:rect l="l" t="t" r="r" b="b"/>
              <a:pathLst>
                <a:path w="5218" h="7491" extrusionOk="0">
                  <a:moveTo>
                    <a:pt x="4040" y="0"/>
                  </a:moveTo>
                  <a:lnTo>
                    <a:pt x="1" y="6800"/>
                  </a:lnTo>
                  <a:lnTo>
                    <a:pt x="1158" y="7490"/>
                  </a:lnTo>
                  <a:lnTo>
                    <a:pt x="5217" y="690"/>
                  </a:lnTo>
                  <a:lnTo>
                    <a:pt x="40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64"/>
            <p:cNvSpPr/>
            <p:nvPr/>
          </p:nvSpPr>
          <p:spPr>
            <a:xfrm>
              <a:off x="-1195725" y="-1132050"/>
              <a:ext cx="130425" cy="187275"/>
            </a:xfrm>
            <a:custGeom>
              <a:avLst/>
              <a:gdLst/>
              <a:ahLst/>
              <a:cxnLst/>
              <a:rect l="l" t="t" r="r" b="b"/>
              <a:pathLst>
                <a:path w="5217" h="7491" extrusionOk="0">
                  <a:moveTo>
                    <a:pt x="4060" y="0"/>
                  </a:moveTo>
                  <a:lnTo>
                    <a:pt x="0" y="6800"/>
                  </a:lnTo>
                  <a:lnTo>
                    <a:pt x="1157" y="7490"/>
                  </a:lnTo>
                  <a:lnTo>
                    <a:pt x="5217" y="690"/>
                  </a:lnTo>
                  <a:lnTo>
                    <a:pt x="4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64"/>
            <p:cNvSpPr/>
            <p:nvPr/>
          </p:nvSpPr>
          <p:spPr>
            <a:xfrm>
              <a:off x="-1604225" y="-1132050"/>
              <a:ext cx="130450" cy="187275"/>
            </a:xfrm>
            <a:custGeom>
              <a:avLst/>
              <a:gdLst/>
              <a:ahLst/>
              <a:cxnLst/>
              <a:rect l="l" t="t" r="r" b="b"/>
              <a:pathLst>
                <a:path w="5218" h="7491" extrusionOk="0">
                  <a:moveTo>
                    <a:pt x="4060" y="0"/>
                  </a:moveTo>
                  <a:lnTo>
                    <a:pt x="1" y="6800"/>
                  </a:lnTo>
                  <a:lnTo>
                    <a:pt x="1158" y="7490"/>
                  </a:lnTo>
                  <a:lnTo>
                    <a:pt x="5217" y="690"/>
                  </a:lnTo>
                  <a:lnTo>
                    <a:pt x="4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64"/>
            <p:cNvSpPr/>
            <p:nvPr/>
          </p:nvSpPr>
          <p:spPr>
            <a:xfrm>
              <a:off x="-2012725" y="-1132050"/>
              <a:ext cx="130450" cy="187275"/>
            </a:xfrm>
            <a:custGeom>
              <a:avLst/>
              <a:gdLst/>
              <a:ahLst/>
              <a:cxnLst/>
              <a:rect l="l" t="t" r="r" b="b"/>
              <a:pathLst>
                <a:path w="5218" h="7491" extrusionOk="0">
                  <a:moveTo>
                    <a:pt x="4060" y="0"/>
                  </a:moveTo>
                  <a:lnTo>
                    <a:pt x="1" y="6800"/>
                  </a:lnTo>
                  <a:lnTo>
                    <a:pt x="1178" y="7490"/>
                  </a:lnTo>
                  <a:lnTo>
                    <a:pt x="5217" y="690"/>
                  </a:lnTo>
                  <a:lnTo>
                    <a:pt x="4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64"/>
            <p:cNvSpPr/>
            <p:nvPr/>
          </p:nvSpPr>
          <p:spPr>
            <a:xfrm>
              <a:off x="-2421200" y="-1132050"/>
              <a:ext cx="130425" cy="187275"/>
            </a:xfrm>
            <a:custGeom>
              <a:avLst/>
              <a:gdLst/>
              <a:ahLst/>
              <a:cxnLst/>
              <a:rect l="l" t="t" r="r" b="b"/>
              <a:pathLst>
                <a:path w="5217" h="7491" extrusionOk="0">
                  <a:moveTo>
                    <a:pt x="4060" y="0"/>
                  </a:moveTo>
                  <a:lnTo>
                    <a:pt x="0" y="6800"/>
                  </a:lnTo>
                  <a:lnTo>
                    <a:pt x="1178" y="7490"/>
                  </a:lnTo>
                  <a:lnTo>
                    <a:pt x="5217" y="690"/>
                  </a:lnTo>
                  <a:lnTo>
                    <a:pt x="4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64"/>
            <p:cNvSpPr/>
            <p:nvPr/>
          </p:nvSpPr>
          <p:spPr>
            <a:xfrm>
              <a:off x="-2829175" y="-1132050"/>
              <a:ext cx="129925" cy="187275"/>
            </a:xfrm>
            <a:custGeom>
              <a:avLst/>
              <a:gdLst/>
              <a:ahLst/>
              <a:cxnLst/>
              <a:rect l="l" t="t" r="r" b="b"/>
              <a:pathLst>
                <a:path w="5197" h="7491" extrusionOk="0">
                  <a:moveTo>
                    <a:pt x="4039" y="0"/>
                  </a:moveTo>
                  <a:lnTo>
                    <a:pt x="0" y="6800"/>
                  </a:lnTo>
                  <a:lnTo>
                    <a:pt x="1157" y="7490"/>
                  </a:lnTo>
                  <a:lnTo>
                    <a:pt x="5196" y="690"/>
                  </a:lnTo>
                  <a:lnTo>
                    <a:pt x="403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64"/>
            <p:cNvSpPr/>
            <p:nvPr/>
          </p:nvSpPr>
          <p:spPr>
            <a:xfrm>
              <a:off x="-3237675" y="-1132050"/>
              <a:ext cx="129925" cy="187275"/>
            </a:xfrm>
            <a:custGeom>
              <a:avLst/>
              <a:gdLst/>
              <a:ahLst/>
              <a:cxnLst/>
              <a:rect l="l" t="t" r="r" b="b"/>
              <a:pathLst>
                <a:path w="5197" h="7491" extrusionOk="0">
                  <a:moveTo>
                    <a:pt x="4040" y="0"/>
                  </a:moveTo>
                  <a:lnTo>
                    <a:pt x="0" y="6800"/>
                  </a:lnTo>
                  <a:lnTo>
                    <a:pt x="1157" y="7490"/>
                  </a:lnTo>
                  <a:lnTo>
                    <a:pt x="5197" y="690"/>
                  </a:lnTo>
                  <a:lnTo>
                    <a:pt x="40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358" name="Google Shape;1358;p64"/>
          <p:cNvCxnSpPr/>
          <p:nvPr/>
        </p:nvCxnSpPr>
        <p:spPr>
          <a:xfrm rot="10800000" flipH="1">
            <a:off x="2653975" y="3762125"/>
            <a:ext cx="5355600" cy="14700"/>
          </a:xfrm>
          <a:prstGeom prst="straightConnector1">
            <a:avLst/>
          </a:prstGeom>
          <a:noFill/>
          <a:ln w="19050" cap="flat" cmpd="sng">
            <a:solidFill>
              <a:schemeClr val="dk1"/>
            </a:solidFill>
            <a:prstDash val="solid"/>
            <a:round/>
            <a:headEnd type="none" w="med" len="med"/>
            <a:tailEnd type="none" w="med" len="med"/>
          </a:ln>
        </p:spPr>
      </p:cxnSp>
      <p:sp>
        <p:nvSpPr>
          <p:cNvPr id="1337" name="Google Shape;1337;p64"/>
          <p:cNvSpPr/>
          <p:nvPr/>
        </p:nvSpPr>
        <p:spPr>
          <a:xfrm>
            <a:off x="4649992" y="1192414"/>
            <a:ext cx="998400" cy="998400"/>
          </a:xfrm>
          <a:prstGeom prst="ellipse">
            <a:avLst/>
          </a:prstGeom>
          <a:solidFill>
            <a:schemeClr val="hlink">
              <a:alpha val="383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54"/>
        <p:cNvGrpSpPr/>
        <p:nvPr/>
      </p:nvGrpSpPr>
      <p:grpSpPr>
        <a:xfrm>
          <a:off x="0" y="0"/>
          <a:ext cx="0" cy="0"/>
          <a:chOff x="0" y="0"/>
          <a:chExt cx="0" cy="0"/>
        </a:xfrm>
      </p:grpSpPr>
      <p:sp>
        <p:nvSpPr>
          <p:cNvPr id="1455" name="Google Shape;1455;p70"/>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UTM Andrea" panose="02040603050506020204" pitchFamily="18" charset="0"/>
              </a:rPr>
              <a:t>Nhân vật chính</a:t>
            </a:r>
            <a:endParaRPr dirty="0">
              <a:latin typeface="UTM Andrea" panose="02040603050506020204" pitchFamily="18" charset="0"/>
            </a:endParaRPr>
          </a:p>
        </p:txBody>
      </p:sp>
      <p:grpSp>
        <p:nvGrpSpPr>
          <p:cNvPr id="1457" name="Google Shape;1457;p70"/>
          <p:cNvGrpSpPr/>
          <p:nvPr/>
        </p:nvGrpSpPr>
        <p:grpSpPr>
          <a:xfrm>
            <a:off x="-1016117" y="637728"/>
            <a:ext cx="3397850" cy="187275"/>
            <a:chOff x="-3237675" y="-1132050"/>
            <a:chExt cx="3397850" cy="187275"/>
          </a:xfrm>
        </p:grpSpPr>
        <p:sp>
          <p:nvSpPr>
            <p:cNvPr id="1458" name="Google Shape;1458;p70"/>
            <p:cNvSpPr/>
            <p:nvPr/>
          </p:nvSpPr>
          <p:spPr>
            <a:xfrm>
              <a:off x="-378750" y="-1132050"/>
              <a:ext cx="130425" cy="187275"/>
            </a:xfrm>
            <a:custGeom>
              <a:avLst/>
              <a:gdLst/>
              <a:ahLst/>
              <a:cxnLst/>
              <a:rect l="l" t="t" r="r" b="b"/>
              <a:pathLst>
                <a:path w="5217" h="7491" extrusionOk="0">
                  <a:moveTo>
                    <a:pt x="4040" y="0"/>
                  </a:moveTo>
                  <a:lnTo>
                    <a:pt x="0" y="6800"/>
                  </a:lnTo>
                  <a:lnTo>
                    <a:pt x="1157" y="7490"/>
                  </a:lnTo>
                  <a:lnTo>
                    <a:pt x="5217" y="690"/>
                  </a:lnTo>
                  <a:lnTo>
                    <a:pt x="40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70"/>
            <p:cNvSpPr/>
            <p:nvPr/>
          </p:nvSpPr>
          <p:spPr>
            <a:xfrm>
              <a:off x="29725" y="-1132050"/>
              <a:ext cx="130450" cy="187275"/>
            </a:xfrm>
            <a:custGeom>
              <a:avLst/>
              <a:gdLst/>
              <a:ahLst/>
              <a:cxnLst/>
              <a:rect l="l" t="t" r="r" b="b"/>
              <a:pathLst>
                <a:path w="5218" h="7491" extrusionOk="0">
                  <a:moveTo>
                    <a:pt x="4040" y="0"/>
                  </a:moveTo>
                  <a:lnTo>
                    <a:pt x="1" y="6800"/>
                  </a:lnTo>
                  <a:lnTo>
                    <a:pt x="1158" y="7490"/>
                  </a:lnTo>
                  <a:lnTo>
                    <a:pt x="5217" y="690"/>
                  </a:lnTo>
                  <a:lnTo>
                    <a:pt x="40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70"/>
            <p:cNvSpPr/>
            <p:nvPr/>
          </p:nvSpPr>
          <p:spPr>
            <a:xfrm>
              <a:off x="-787250" y="-1132050"/>
              <a:ext cx="130450" cy="187275"/>
            </a:xfrm>
            <a:custGeom>
              <a:avLst/>
              <a:gdLst/>
              <a:ahLst/>
              <a:cxnLst/>
              <a:rect l="l" t="t" r="r" b="b"/>
              <a:pathLst>
                <a:path w="5218" h="7491" extrusionOk="0">
                  <a:moveTo>
                    <a:pt x="4040" y="0"/>
                  </a:moveTo>
                  <a:lnTo>
                    <a:pt x="1" y="6800"/>
                  </a:lnTo>
                  <a:lnTo>
                    <a:pt x="1158" y="7490"/>
                  </a:lnTo>
                  <a:lnTo>
                    <a:pt x="5217" y="690"/>
                  </a:lnTo>
                  <a:lnTo>
                    <a:pt x="40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70"/>
            <p:cNvSpPr/>
            <p:nvPr/>
          </p:nvSpPr>
          <p:spPr>
            <a:xfrm>
              <a:off x="-1195725" y="-1132050"/>
              <a:ext cx="130425" cy="187275"/>
            </a:xfrm>
            <a:custGeom>
              <a:avLst/>
              <a:gdLst/>
              <a:ahLst/>
              <a:cxnLst/>
              <a:rect l="l" t="t" r="r" b="b"/>
              <a:pathLst>
                <a:path w="5217" h="7491" extrusionOk="0">
                  <a:moveTo>
                    <a:pt x="4060" y="0"/>
                  </a:moveTo>
                  <a:lnTo>
                    <a:pt x="0" y="6800"/>
                  </a:lnTo>
                  <a:lnTo>
                    <a:pt x="1157" y="7490"/>
                  </a:lnTo>
                  <a:lnTo>
                    <a:pt x="5217" y="690"/>
                  </a:lnTo>
                  <a:lnTo>
                    <a:pt x="4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70"/>
            <p:cNvSpPr/>
            <p:nvPr/>
          </p:nvSpPr>
          <p:spPr>
            <a:xfrm>
              <a:off x="-1604225" y="-1132050"/>
              <a:ext cx="130450" cy="187275"/>
            </a:xfrm>
            <a:custGeom>
              <a:avLst/>
              <a:gdLst/>
              <a:ahLst/>
              <a:cxnLst/>
              <a:rect l="l" t="t" r="r" b="b"/>
              <a:pathLst>
                <a:path w="5218" h="7491" extrusionOk="0">
                  <a:moveTo>
                    <a:pt x="4060" y="0"/>
                  </a:moveTo>
                  <a:lnTo>
                    <a:pt x="1" y="6800"/>
                  </a:lnTo>
                  <a:lnTo>
                    <a:pt x="1158" y="7490"/>
                  </a:lnTo>
                  <a:lnTo>
                    <a:pt x="5217" y="690"/>
                  </a:lnTo>
                  <a:lnTo>
                    <a:pt x="4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70"/>
            <p:cNvSpPr/>
            <p:nvPr/>
          </p:nvSpPr>
          <p:spPr>
            <a:xfrm>
              <a:off x="-2012725" y="-1132050"/>
              <a:ext cx="130450" cy="187275"/>
            </a:xfrm>
            <a:custGeom>
              <a:avLst/>
              <a:gdLst/>
              <a:ahLst/>
              <a:cxnLst/>
              <a:rect l="l" t="t" r="r" b="b"/>
              <a:pathLst>
                <a:path w="5218" h="7491" extrusionOk="0">
                  <a:moveTo>
                    <a:pt x="4060" y="0"/>
                  </a:moveTo>
                  <a:lnTo>
                    <a:pt x="1" y="6800"/>
                  </a:lnTo>
                  <a:lnTo>
                    <a:pt x="1178" y="7490"/>
                  </a:lnTo>
                  <a:lnTo>
                    <a:pt x="5217" y="690"/>
                  </a:lnTo>
                  <a:lnTo>
                    <a:pt x="4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70"/>
            <p:cNvSpPr/>
            <p:nvPr/>
          </p:nvSpPr>
          <p:spPr>
            <a:xfrm>
              <a:off x="-2421200" y="-1132050"/>
              <a:ext cx="130425" cy="187275"/>
            </a:xfrm>
            <a:custGeom>
              <a:avLst/>
              <a:gdLst/>
              <a:ahLst/>
              <a:cxnLst/>
              <a:rect l="l" t="t" r="r" b="b"/>
              <a:pathLst>
                <a:path w="5217" h="7491" extrusionOk="0">
                  <a:moveTo>
                    <a:pt x="4060" y="0"/>
                  </a:moveTo>
                  <a:lnTo>
                    <a:pt x="0" y="6800"/>
                  </a:lnTo>
                  <a:lnTo>
                    <a:pt x="1178" y="7490"/>
                  </a:lnTo>
                  <a:lnTo>
                    <a:pt x="5217" y="690"/>
                  </a:lnTo>
                  <a:lnTo>
                    <a:pt x="4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70"/>
            <p:cNvSpPr/>
            <p:nvPr/>
          </p:nvSpPr>
          <p:spPr>
            <a:xfrm>
              <a:off x="-2829175" y="-1132050"/>
              <a:ext cx="129925" cy="187275"/>
            </a:xfrm>
            <a:custGeom>
              <a:avLst/>
              <a:gdLst/>
              <a:ahLst/>
              <a:cxnLst/>
              <a:rect l="l" t="t" r="r" b="b"/>
              <a:pathLst>
                <a:path w="5197" h="7491" extrusionOk="0">
                  <a:moveTo>
                    <a:pt x="4039" y="0"/>
                  </a:moveTo>
                  <a:lnTo>
                    <a:pt x="0" y="6800"/>
                  </a:lnTo>
                  <a:lnTo>
                    <a:pt x="1157" y="7490"/>
                  </a:lnTo>
                  <a:lnTo>
                    <a:pt x="5196" y="690"/>
                  </a:lnTo>
                  <a:lnTo>
                    <a:pt x="403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70"/>
            <p:cNvSpPr/>
            <p:nvPr/>
          </p:nvSpPr>
          <p:spPr>
            <a:xfrm>
              <a:off x="-3237675" y="-1132050"/>
              <a:ext cx="129925" cy="187275"/>
            </a:xfrm>
            <a:custGeom>
              <a:avLst/>
              <a:gdLst/>
              <a:ahLst/>
              <a:cxnLst/>
              <a:rect l="l" t="t" r="r" b="b"/>
              <a:pathLst>
                <a:path w="5197" h="7491" extrusionOk="0">
                  <a:moveTo>
                    <a:pt x="4040" y="0"/>
                  </a:moveTo>
                  <a:lnTo>
                    <a:pt x="0" y="6800"/>
                  </a:lnTo>
                  <a:lnTo>
                    <a:pt x="1157" y="7490"/>
                  </a:lnTo>
                  <a:lnTo>
                    <a:pt x="5197" y="690"/>
                  </a:lnTo>
                  <a:lnTo>
                    <a:pt x="40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7" name="Google Shape;1467;p70"/>
          <p:cNvGrpSpPr/>
          <p:nvPr/>
        </p:nvGrpSpPr>
        <p:grpSpPr>
          <a:xfrm>
            <a:off x="6827742" y="637727"/>
            <a:ext cx="3397850" cy="187275"/>
            <a:chOff x="-3237675" y="-1132050"/>
            <a:chExt cx="3397850" cy="187275"/>
          </a:xfrm>
        </p:grpSpPr>
        <p:sp>
          <p:nvSpPr>
            <p:cNvPr id="1468" name="Google Shape;1468;p70"/>
            <p:cNvSpPr/>
            <p:nvPr/>
          </p:nvSpPr>
          <p:spPr>
            <a:xfrm>
              <a:off x="-378750" y="-1132050"/>
              <a:ext cx="130425" cy="187275"/>
            </a:xfrm>
            <a:custGeom>
              <a:avLst/>
              <a:gdLst/>
              <a:ahLst/>
              <a:cxnLst/>
              <a:rect l="l" t="t" r="r" b="b"/>
              <a:pathLst>
                <a:path w="5217" h="7491" extrusionOk="0">
                  <a:moveTo>
                    <a:pt x="4040" y="0"/>
                  </a:moveTo>
                  <a:lnTo>
                    <a:pt x="0" y="6800"/>
                  </a:lnTo>
                  <a:lnTo>
                    <a:pt x="1157" y="7490"/>
                  </a:lnTo>
                  <a:lnTo>
                    <a:pt x="5217" y="690"/>
                  </a:lnTo>
                  <a:lnTo>
                    <a:pt x="40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70"/>
            <p:cNvSpPr/>
            <p:nvPr/>
          </p:nvSpPr>
          <p:spPr>
            <a:xfrm>
              <a:off x="29725" y="-1132050"/>
              <a:ext cx="130450" cy="187275"/>
            </a:xfrm>
            <a:custGeom>
              <a:avLst/>
              <a:gdLst/>
              <a:ahLst/>
              <a:cxnLst/>
              <a:rect l="l" t="t" r="r" b="b"/>
              <a:pathLst>
                <a:path w="5218" h="7491" extrusionOk="0">
                  <a:moveTo>
                    <a:pt x="4040" y="0"/>
                  </a:moveTo>
                  <a:lnTo>
                    <a:pt x="1" y="6800"/>
                  </a:lnTo>
                  <a:lnTo>
                    <a:pt x="1158" y="7490"/>
                  </a:lnTo>
                  <a:lnTo>
                    <a:pt x="5217" y="690"/>
                  </a:lnTo>
                  <a:lnTo>
                    <a:pt x="40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70"/>
            <p:cNvSpPr/>
            <p:nvPr/>
          </p:nvSpPr>
          <p:spPr>
            <a:xfrm>
              <a:off x="-787250" y="-1132050"/>
              <a:ext cx="130450" cy="187275"/>
            </a:xfrm>
            <a:custGeom>
              <a:avLst/>
              <a:gdLst/>
              <a:ahLst/>
              <a:cxnLst/>
              <a:rect l="l" t="t" r="r" b="b"/>
              <a:pathLst>
                <a:path w="5218" h="7491" extrusionOk="0">
                  <a:moveTo>
                    <a:pt x="4040" y="0"/>
                  </a:moveTo>
                  <a:lnTo>
                    <a:pt x="1" y="6800"/>
                  </a:lnTo>
                  <a:lnTo>
                    <a:pt x="1158" y="7490"/>
                  </a:lnTo>
                  <a:lnTo>
                    <a:pt x="5217" y="690"/>
                  </a:lnTo>
                  <a:lnTo>
                    <a:pt x="40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70"/>
            <p:cNvSpPr/>
            <p:nvPr/>
          </p:nvSpPr>
          <p:spPr>
            <a:xfrm>
              <a:off x="-1195725" y="-1132050"/>
              <a:ext cx="130425" cy="187275"/>
            </a:xfrm>
            <a:custGeom>
              <a:avLst/>
              <a:gdLst/>
              <a:ahLst/>
              <a:cxnLst/>
              <a:rect l="l" t="t" r="r" b="b"/>
              <a:pathLst>
                <a:path w="5217" h="7491" extrusionOk="0">
                  <a:moveTo>
                    <a:pt x="4060" y="0"/>
                  </a:moveTo>
                  <a:lnTo>
                    <a:pt x="0" y="6800"/>
                  </a:lnTo>
                  <a:lnTo>
                    <a:pt x="1157" y="7490"/>
                  </a:lnTo>
                  <a:lnTo>
                    <a:pt x="5217" y="690"/>
                  </a:lnTo>
                  <a:lnTo>
                    <a:pt x="4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70"/>
            <p:cNvSpPr/>
            <p:nvPr/>
          </p:nvSpPr>
          <p:spPr>
            <a:xfrm>
              <a:off x="-1604225" y="-1132050"/>
              <a:ext cx="130450" cy="187275"/>
            </a:xfrm>
            <a:custGeom>
              <a:avLst/>
              <a:gdLst/>
              <a:ahLst/>
              <a:cxnLst/>
              <a:rect l="l" t="t" r="r" b="b"/>
              <a:pathLst>
                <a:path w="5218" h="7491" extrusionOk="0">
                  <a:moveTo>
                    <a:pt x="4060" y="0"/>
                  </a:moveTo>
                  <a:lnTo>
                    <a:pt x="1" y="6800"/>
                  </a:lnTo>
                  <a:lnTo>
                    <a:pt x="1158" y="7490"/>
                  </a:lnTo>
                  <a:lnTo>
                    <a:pt x="5217" y="690"/>
                  </a:lnTo>
                  <a:lnTo>
                    <a:pt x="4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70"/>
            <p:cNvSpPr/>
            <p:nvPr/>
          </p:nvSpPr>
          <p:spPr>
            <a:xfrm>
              <a:off x="-2012725" y="-1132050"/>
              <a:ext cx="130450" cy="187275"/>
            </a:xfrm>
            <a:custGeom>
              <a:avLst/>
              <a:gdLst/>
              <a:ahLst/>
              <a:cxnLst/>
              <a:rect l="l" t="t" r="r" b="b"/>
              <a:pathLst>
                <a:path w="5218" h="7491" extrusionOk="0">
                  <a:moveTo>
                    <a:pt x="4060" y="0"/>
                  </a:moveTo>
                  <a:lnTo>
                    <a:pt x="1" y="6800"/>
                  </a:lnTo>
                  <a:lnTo>
                    <a:pt x="1178" y="7490"/>
                  </a:lnTo>
                  <a:lnTo>
                    <a:pt x="5217" y="690"/>
                  </a:lnTo>
                  <a:lnTo>
                    <a:pt x="4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70"/>
            <p:cNvSpPr/>
            <p:nvPr/>
          </p:nvSpPr>
          <p:spPr>
            <a:xfrm>
              <a:off x="-2421200" y="-1132050"/>
              <a:ext cx="130425" cy="187275"/>
            </a:xfrm>
            <a:custGeom>
              <a:avLst/>
              <a:gdLst/>
              <a:ahLst/>
              <a:cxnLst/>
              <a:rect l="l" t="t" r="r" b="b"/>
              <a:pathLst>
                <a:path w="5217" h="7491" extrusionOk="0">
                  <a:moveTo>
                    <a:pt x="4060" y="0"/>
                  </a:moveTo>
                  <a:lnTo>
                    <a:pt x="0" y="6800"/>
                  </a:lnTo>
                  <a:lnTo>
                    <a:pt x="1178" y="7490"/>
                  </a:lnTo>
                  <a:lnTo>
                    <a:pt x="5217" y="690"/>
                  </a:lnTo>
                  <a:lnTo>
                    <a:pt x="4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70"/>
            <p:cNvSpPr/>
            <p:nvPr/>
          </p:nvSpPr>
          <p:spPr>
            <a:xfrm>
              <a:off x="-2829175" y="-1132050"/>
              <a:ext cx="129925" cy="187275"/>
            </a:xfrm>
            <a:custGeom>
              <a:avLst/>
              <a:gdLst/>
              <a:ahLst/>
              <a:cxnLst/>
              <a:rect l="l" t="t" r="r" b="b"/>
              <a:pathLst>
                <a:path w="5197" h="7491" extrusionOk="0">
                  <a:moveTo>
                    <a:pt x="4039" y="0"/>
                  </a:moveTo>
                  <a:lnTo>
                    <a:pt x="0" y="6800"/>
                  </a:lnTo>
                  <a:lnTo>
                    <a:pt x="1157" y="7490"/>
                  </a:lnTo>
                  <a:lnTo>
                    <a:pt x="5196" y="690"/>
                  </a:lnTo>
                  <a:lnTo>
                    <a:pt x="403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70"/>
            <p:cNvSpPr/>
            <p:nvPr/>
          </p:nvSpPr>
          <p:spPr>
            <a:xfrm>
              <a:off x="-3237675" y="-1132050"/>
              <a:ext cx="129925" cy="187275"/>
            </a:xfrm>
            <a:custGeom>
              <a:avLst/>
              <a:gdLst/>
              <a:ahLst/>
              <a:cxnLst/>
              <a:rect l="l" t="t" r="r" b="b"/>
              <a:pathLst>
                <a:path w="5197" h="7491" extrusionOk="0">
                  <a:moveTo>
                    <a:pt x="4040" y="0"/>
                  </a:moveTo>
                  <a:lnTo>
                    <a:pt x="0" y="6800"/>
                  </a:lnTo>
                  <a:lnTo>
                    <a:pt x="1157" y="7490"/>
                  </a:lnTo>
                  <a:lnTo>
                    <a:pt x="5197" y="690"/>
                  </a:lnTo>
                  <a:lnTo>
                    <a:pt x="40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78" name="Google Shape;1478;p70"/>
          <p:cNvSpPr txBox="1"/>
          <p:nvPr/>
        </p:nvSpPr>
        <p:spPr>
          <a:xfrm>
            <a:off x="5801570" y="1659481"/>
            <a:ext cx="2724847" cy="2457000"/>
          </a:xfrm>
          <a:prstGeom prst="rect">
            <a:avLst/>
          </a:prstGeom>
          <a:noFill/>
          <a:ln>
            <a:noFill/>
          </a:ln>
        </p:spPr>
        <p:txBody>
          <a:bodyPr spcFirstLastPara="1" wrap="square" lIns="91425" tIns="91425" rIns="91425" bIns="91425" anchor="ctr" anchorCtr="0">
            <a:noAutofit/>
          </a:bodyPr>
          <a:lstStyle/>
          <a:p>
            <a:pPr lvl="0" algn="just"/>
            <a:r>
              <a:rPr lang="vi-VN" sz="1800" dirty="0">
                <a:solidFill>
                  <a:schemeClr val="accent2"/>
                </a:solidFill>
                <a:latin typeface="Raleway Medium"/>
                <a:ea typeface="Raleway Medium"/>
                <a:cs typeface="Raleway Medium"/>
                <a:sym typeface="Raleway Medium"/>
              </a:rPr>
              <a:t>Được thiết kế với các kỹ năng cơ bản như di chuyển và tương tác với vật phẩm. Người chơi có thể điều khiển nhân vật để vượt qua các thử thách v</a:t>
            </a:r>
            <a:r>
              <a:rPr lang="en-US" sz="1800" dirty="0">
                <a:solidFill>
                  <a:schemeClr val="accent2"/>
                </a:solidFill>
                <a:latin typeface="Raleway Medium"/>
                <a:ea typeface="Raleway Medium"/>
                <a:cs typeface="Raleway Medium"/>
                <a:sym typeface="Raleway Medium"/>
              </a:rPr>
              <a:t>à </a:t>
            </a:r>
            <a:r>
              <a:rPr lang="en-US" sz="1800" dirty="0" err="1">
                <a:solidFill>
                  <a:schemeClr val="accent2"/>
                </a:solidFill>
                <a:latin typeface="Raleway Medium"/>
                <a:ea typeface="Raleway Medium"/>
                <a:cs typeface="Raleway Medium"/>
                <a:sym typeface="Raleway Medium"/>
              </a:rPr>
              <a:t>chướng</a:t>
            </a:r>
            <a:r>
              <a:rPr lang="en-US" sz="1800" dirty="0">
                <a:solidFill>
                  <a:schemeClr val="accent2"/>
                </a:solidFill>
                <a:latin typeface="Raleway Medium"/>
                <a:ea typeface="Raleway Medium"/>
                <a:cs typeface="Raleway Medium"/>
                <a:sym typeface="Raleway Medium"/>
              </a:rPr>
              <a:t> </a:t>
            </a:r>
            <a:r>
              <a:rPr lang="en-US" sz="1800" dirty="0" err="1">
                <a:solidFill>
                  <a:schemeClr val="accent2"/>
                </a:solidFill>
                <a:latin typeface="Raleway Medium"/>
                <a:ea typeface="Raleway Medium"/>
                <a:cs typeface="Raleway Medium"/>
                <a:sym typeface="Raleway Medium"/>
              </a:rPr>
              <a:t>ngại</a:t>
            </a:r>
            <a:r>
              <a:rPr lang="en-US" sz="1800" dirty="0">
                <a:solidFill>
                  <a:schemeClr val="accent2"/>
                </a:solidFill>
                <a:latin typeface="Raleway Medium"/>
                <a:ea typeface="Raleway Medium"/>
                <a:cs typeface="Raleway Medium"/>
                <a:sym typeface="Raleway Medium"/>
              </a:rPr>
              <a:t> </a:t>
            </a:r>
            <a:r>
              <a:rPr lang="en-US" sz="1800" dirty="0" err="1">
                <a:solidFill>
                  <a:schemeClr val="accent2"/>
                </a:solidFill>
                <a:latin typeface="Raleway Medium"/>
                <a:ea typeface="Raleway Medium"/>
                <a:cs typeface="Raleway Medium"/>
                <a:sym typeface="Raleway Medium"/>
              </a:rPr>
              <a:t>vật</a:t>
            </a:r>
            <a:r>
              <a:rPr lang="vi-VN" sz="1800" dirty="0">
                <a:solidFill>
                  <a:schemeClr val="accent2"/>
                </a:solidFill>
                <a:latin typeface="Raleway Medium"/>
                <a:ea typeface="Raleway Medium"/>
                <a:cs typeface="Raleway Medium"/>
                <a:sym typeface="Raleway Medium"/>
              </a:rPr>
              <a:t>.</a:t>
            </a:r>
            <a:endParaRPr sz="1800" dirty="0">
              <a:solidFill>
                <a:schemeClr val="accent2"/>
              </a:solidFill>
              <a:latin typeface="Raleway Medium"/>
              <a:ea typeface="Raleway Medium"/>
              <a:cs typeface="Raleway Medium"/>
              <a:sym typeface="Raleway Medium"/>
            </a:endParaRPr>
          </a:p>
        </p:txBody>
      </p:sp>
      <p:pic>
        <p:nvPicPr>
          <p:cNvPr id="27" name="Picture 26"/>
          <p:cNvPicPr/>
          <p:nvPr/>
        </p:nvPicPr>
        <p:blipFill>
          <a:blip r:embed="rId3">
            <a:extLst>
              <a:ext uri="{28A0092B-C50C-407E-A947-70E740481C1C}">
                <a14:useLocalDpi xmlns:a14="http://schemas.microsoft.com/office/drawing/2010/main" val="0"/>
              </a:ext>
            </a:extLst>
          </a:blip>
          <a:stretch>
            <a:fillRect/>
          </a:stretch>
        </p:blipFill>
        <p:spPr>
          <a:xfrm>
            <a:off x="939046" y="1310641"/>
            <a:ext cx="4532500" cy="31546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78"/>
                                        </p:tgtEl>
                                        <p:attrNameLst>
                                          <p:attrName>style.visibility</p:attrName>
                                        </p:attrNameLst>
                                      </p:cBhvr>
                                      <p:to>
                                        <p:strVal val="visible"/>
                                      </p:to>
                                    </p:set>
                                    <p:animEffect transition="in" filter="fade">
                                      <p:cBhvr>
                                        <p:cTn id="7" dur="100"/>
                                        <p:tgtEl>
                                          <p:spTgt spid="1478"/>
                                        </p:tgtEl>
                                      </p:cBhvr>
                                    </p:animEffect>
                                  </p:childTnLst>
                                </p:cTn>
                              </p:par>
                              <p:par>
                                <p:cTn id="8" presetID="10" presetClass="entr" presetSubtype="0" fill="hold"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1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54"/>
        <p:cNvGrpSpPr/>
        <p:nvPr/>
      </p:nvGrpSpPr>
      <p:grpSpPr>
        <a:xfrm>
          <a:off x="0" y="0"/>
          <a:ext cx="0" cy="0"/>
          <a:chOff x="0" y="0"/>
          <a:chExt cx="0" cy="0"/>
        </a:xfrm>
      </p:grpSpPr>
      <p:sp>
        <p:nvSpPr>
          <p:cNvPr id="1455" name="Google Shape;1455;p70"/>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UTM Andrea" panose="02040603050506020204" pitchFamily="18" charset="0"/>
              </a:rPr>
              <a:t>Phát triển nhân vật chính</a:t>
            </a:r>
            <a:endParaRPr dirty="0">
              <a:latin typeface="UTM Andrea" panose="02040603050506020204" pitchFamily="18" charset="0"/>
            </a:endParaRPr>
          </a:p>
        </p:txBody>
      </p:sp>
      <p:grpSp>
        <p:nvGrpSpPr>
          <p:cNvPr id="1457" name="Google Shape;1457;p70"/>
          <p:cNvGrpSpPr/>
          <p:nvPr/>
        </p:nvGrpSpPr>
        <p:grpSpPr>
          <a:xfrm>
            <a:off x="-2241592" y="637726"/>
            <a:ext cx="3397850" cy="187275"/>
            <a:chOff x="-3237675" y="-1132050"/>
            <a:chExt cx="3397850" cy="187275"/>
          </a:xfrm>
        </p:grpSpPr>
        <p:sp>
          <p:nvSpPr>
            <p:cNvPr id="1458" name="Google Shape;1458;p70"/>
            <p:cNvSpPr/>
            <p:nvPr/>
          </p:nvSpPr>
          <p:spPr>
            <a:xfrm>
              <a:off x="-378750" y="-1132050"/>
              <a:ext cx="130425" cy="187275"/>
            </a:xfrm>
            <a:custGeom>
              <a:avLst/>
              <a:gdLst/>
              <a:ahLst/>
              <a:cxnLst/>
              <a:rect l="l" t="t" r="r" b="b"/>
              <a:pathLst>
                <a:path w="5217" h="7491" extrusionOk="0">
                  <a:moveTo>
                    <a:pt x="4040" y="0"/>
                  </a:moveTo>
                  <a:lnTo>
                    <a:pt x="0" y="6800"/>
                  </a:lnTo>
                  <a:lnTo>
                    <a:pt x="1157" y="7490"/>
                  </a:lnTo>
                  <a:lnTo>
                    <a:pt x="5217" y="690"/>
                  </a:lnTo>
                  <a:lnTo>
                    <a:pt x="40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70"/>
            <p:cNvSpPr/>
            <p:nvPr/>
          </p:nvSpPr>
          <p:spPr>
            <a:xfrm>
              <a:off x="29725" y="-1132050"/>
              <a:ext cx="130450" cy="187275"/>
            </a:xfrm>
            <a:custGeom>
              <a:avLst/>
              <a:gdLst/>
              <a:ahLst/>
              <a:cxnLst/>
              <a:rect l="l" t="t" r="r" b="b"/>
              <a:pathLst>
                <a:path w="5218" h="7491" extrusionOk="0">
                  <a:moveTo>
                    <a:pt x="4040" y="0"/>
                  </a:moveTo>
                  <a:lnTo>
                    <a:pt x="1" y="6800"/>
                  </a:lnTo>
                  <a:lnTo>
                    <a:pt x="1158" y="7490"/>
                  </a:lnTo>
                  <a:lnTo>
                    <a:pt x="5217" y="690"/>
                  </a:lnTo>
                  <a:lnTo>
                    <a:pt x="40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70"/>
            <p:cNvSpPr/>
            <p:nvPr/>
          </p:nvSpPr>
          <p:spPr>
            <a:xfrm>
              <a:off x="-787250" y="-1132050"/>
              <a:ext cx="130450" cy="187275"/>
            </a:xfrm>
            <a:custGeom>
              <a:avLst/>
              <a:gdLst/>
              <a:ahLst/>
              <a:cxnLst/>
              <a:rect l="l" t="t" r="r" b="b"/>
              <a:pathLst>
                <a:path w="5218" h="7491" extrusionOk="0">
                  <a:moveTo>
                    <a:pt x="4040" y="0"/>
                  </a:moveTo>
                  <a:lnTo>
                    <a:pt x="1" y="6800"/>
                  </a:lnTo>
                  <a:lnTo>
                    <a:pt x="1158" y="7490"/>
                  </a:lnTo>
                  <a:lnTo>
                    <a:pt x="5217" y="690"/>
                  </a:lnTo>
                  <a:lnTo>
                    <a:pt x="40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70"/>
            <p:cNvSpPr/>
            <p:nvPr/>
          </p:nvSpPr>
          <p:spPr>
            <a:xfrm>
              <a:off x="-1195725" y="-1132050"/>
              <a:ext cx="130425" cy="187275"/>
            </a:xfrm>
            <a:custGeom>
              <a:avLst/>
              <a:gdLst/>
              <a:ahLst/>
              <a:cxnLst/>
              <a:rect l="l" t="t" r="r" b="b"/>
              <a:pathLst>
                <a:path w="5217" h="7491" extrusionOk="0">
                  <a:moveTo>
                    <a:pt x="4060" y="0"/>
                  </a:moveTo>
                  <a:lnTo>
                    <a:pt x="0" y="6800"/>
                  </a:lnTo>
                  <a:lnTo>
                    <a:pt x="1157" y="7490"/>
                  </a:lnTo>
                  <a:lnTo>
                    <a:pt x="5217" y="690"/>
                  </a:lnTo>
                  <a:lnTo>
                    <a:pt x="4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70"/>
            <p:cNvSpPr/>
            <p:nvPr/>
          </p:nvSpPr>
          <p:spPr>
            <a:xfrm>
              <a:off x="-1604225" y="-1132050"/>
              <a:ext cx="130450" cy="187275"/>
            </a:xfrm>
            <a:custGeom>
              <a:avLst/>
              <a:gdLst/>
              <a:ahLst/>
              <a:cxnLst/>
              <a:rect l="l" t="t" r="r" b="b"/>
              <a:pathLst>
                <a:path w="5218" h="7491" extrusionOk="0">
                  <a:moveTo>
                    <a:pt x="4060" y="0"/>
                  </a:moveTo>
                  <a:lnTo>
                    <a:pt x="1" y="6800"/>
                  </a:lnTo>
                  <a:lnTo>
                    <a:pt x="1158" y="7490"/>
                  </a:lnTo>
                  <a:lnTo>
                    <a:pt x="5217" y="690"/>
                  </a:lnTo>
                  <a:lnTo>
                    <a:pt x="4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70"/>
            <p:cNvSpPr/>
            <p:nvPr/>
          </p:nvSpPr>
          <p:spPr>
            <a:xfrm>
              <a:off x="-2012725" y="-1132050"/>
              <a:ext cx="130450" cy="187275"/>
            </a:xfrm>
            <a:custGeom>
              <a:avLst/>
              <a:gdLst/>
              <a:ahLst/>
              <a:cxnLst/>
              <a:rect l="l" t="t" r="r" b="b"/>
              <a:pathLst>
                <a:path w="5218" h="7491" extrusionOk="0">
                  <a:moveTo>
                    <a:pt x="4060" y="0"/>
                  </a:moveTo>
                  <a:lnTo>
                    <a:pt x="1" y="6800"/>
                  </a:lnTo>
                  <a:lnTo>
                    <a:pt x="1178" y="7490"/>
                  </a:lnTo>
                  <a:lnTo>
                    <a:pt x="5217" y="690"/>
                  </a:lnTo>
                  <a:lnTo>
                    <a:pt x="4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70"/>
            <p:cNvSpPr/>
            <p:nvPr/>
          </p:nvSpPr>
          <p:spPr>
            <a:xfrm>
              <a:off x="-2421200" y="-1132050"/>
              <a:ext cx="130425" cy="187275"/>
            </a:xfrm>
            <a:custGeom>
              <a:avLst/>
              <a:gdLst/>
              <a:ahLst/>
              <a:cxnLst/>
              <a:rect l="l" t="t" r="r" b="b"/>
              <a:pathLst>
                <a:path w="5217" h="7491" extrusionOk="0">
                  <a:moveTo>
                    <a:pt x="4060" y="0"/>
                  </a:moveTo>
                  <a:lnTo>
                    <a:pt x="0" y="6800"/>
                  </a:lnTo>
                  <a:lnTo>
                    <a:pt x="1178" y="7490"/>
                  </a:lnTo>
                  <a:lnTo>
                    <a:pt x="5217" y="690"/>
                  </a:lnTo>
                  <a:lnTo>
                    <a:pt x="4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70"/>
            <p:cNvSpPr/>
            <p:nvPr/>
          </p:nvSpPr>
          <p:spPr>
            <a:xfrm>
              <a:off x="-2829175" y="-1132050"/>
              <a:ext cx="129925" cy="187275"/>
            </a:xfrm>
            <a:custGeom>
              <a:avLst/>
              <a:gdLst/>
              <a:ahLst/>
              <a:cxnLst/>
              <a:rect l="l" t="t" r="r" b="b"/>
              <a:pathLst>
                <a:path w="5197" h="7491" extrusionOk="0">
                  <a:moveTo>
                    <a:pt x="4039" y="0"/>
                  </a:moveTo>
                  <a:lnTo>
                    <a:pt x="0" y="6800"/>
                  </a:lnTo>
                  <a:lnTo>
                    <a:pt x="1157" y="7490"/>
                  </a:lnTo>
                  <a:lnTo>
                    <a:pt x="5196" y="690"/>
                  </a:lnTo>
                  <a:lnTo>
                    <a:pt x="403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70"/>
            <p:cNvSpPr/>
            <p:nvPr/>
          </p:nvSpPr>
          <p:spPr>
            <a:xfrm>
              <a:off x="-3237675" y="-1132050"/>
              <a:ext cx="129925" cy="187275"/>
            </a:xfrm>
            <a:custGeom>
              <a:avLst/>
              <a:gdLst/>
              <a:ahLst/>
              <a:cxnLst/>
              <a:rect l="l" t="t" r="r" b="b"/>
              <a:pathLst>
                <a:path w="5197" h="7491" extrusionOk="0">
                  <a:moveTo>
                    <a:pt x="4040" y="0"/>
                  </a:moveTo>
                  <a:lnTo>
                    <a:pt x="0" y="6800"/>
                  </a:lnTo>
                  <a:lnTo>
                    <a:pt x="1157" y="7490"/>
                  </a:lnTo>
                  <a:lnTo>
                    <a:pt x="5197" y="690"/>
                  </a:lnTo>
                  <a:lnTo>
                    <a:pt x="40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7" name="Google Shape;1467;p70"/>
          <p:cNvGrpSpPr/>
          <p:nvPr/>
        </p:nvGrpSpPr>
        <p:grpSpPr>
          <a:xfrm>
            <a:off x="8052692" y="637726"/>
            <a:ext cx="3397850" cy="187275"/>
            <a:chOff x="-3237675" y="-1132050"/>
            <a:chExt cx="3397850" cy="187275"/>
          </a:xfrm>
        </p:grpSpPr>
        <p:sp>
          <p:nvSpPr>
            <p:cNvPr id="1468" name="Google Shape;1468;p70"/>
            <p:cNvSpPr/>
            <p:nvPr/>
          </p:nvSpPr>
          <p:spPr>
            <a:xfrm>
              <a:off x="-378750" y="-1132050"/>
              <a:ext cx="130425" cy="187275"/>
            </a:xfrm>
            <a:custGeom>
              <a:avLst/>
              <a:gdLst/>
              <a:ahLst/>
              <a:cxnLst/>
              <a:rect l="l" t="t" r="r" b="b"/>
              <a:pathLst>
                <a:path w="5217" h="7491" extrusionOk="0">
                  <a:moveTo>
                    <a:pt x="4040" y="0"/>
                  </a:moveTo>
                  <a:lnTo>
                    <a:pt x="0" y="6800"/>
                  </a:lnTo>
                  <a:lnTo>
                    <a:pt x="1157" y="7490"/>
                  </a:lnTo>
                  <a:lnTo>
                    <a:pt x="5217" y="690"/>
                  </a:lnTo>
                  <a:lnTo>
                    <a:pt x="40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70"/>
            <p:cNvSpPr/>
            <p:nvPr/>
          </p:nvSpPr>
          <p:spPr>
            <a:xfrm>
              <a:off x="29725" y="-1132050"/>
              <a:ext cx="130450" cy="187275"/>
            </a:xfrm>
            <a:custGeom>
              <a:avLst/>
              <a:gdLst/>
              <a:ahLst/>
              <a:cxnLst/>
              <a:rect l="l" t="t" r="r" b="b"/>
              <a:pathLst>
                <a:path w="5218" h="7491" extrusionOk="0">
                  <a:moveTo>
                    <a:pt x="4040" y="0"/>
                  </a:moveTo>
                  <a:lnTo>
                    <a:pt x="1" y="6800"/>
                  </a:lnTo>
                  <a:lnTo>
                    <a:pt x="1158" y="7490"/>
                  </a:lnTo>
                  <a:lnTo>
                    <a:pt x="5217" y="690"/>
                  </a:lnTo>
                  <a:lnTo>
                    <a:pt x="40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70"/>
            <p:cNvSpPr/>
            <p:nvPr/>
          </p:nvSpPr>
          <p:spPr>
            <a:xfrm>
              <a:off x="-787250" y="-1132050"/>
              <a:ext cx="130450" cy="187275"/>
            </a:xfrm>
            <a:custGeom>
              <a:avLst/>
              <a:gdLst/>
              <a:ahLst/>
              <a:cxnLst/>
              <a:rect l="l" t="t" r="r" b="b"/>
              <a:pathLst>
                <a:path w="5218" h="7491" extrusionOk="0">
                  <a:moveTo>
                    <a:pt x="4040" y="0"/>
                  </a:moveTo>
                  <a:lnTo>
                    <a:pt x="1" y="6800"/>
                  </a:lnTo>
                  <a:lnTo>
                    <a:pt x="1158" y="7490"/>
                  </a:lnTo>
                  <a:lnTo>
                    <a:pt x="5217" y="690"/>
                  </a:lnTo>
                  <a:lnTo>
                    <a:pt x="40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70"/>
            <p:cNvSpPr/>
            <p:nvPr/>
          </p:nvSpPr>
          <p:spPr>
            <a:xfrm>
              <a:off x="-1195725" y="-1132050"/>
              <a:ext cx="130425" cy="187275"/>
            </a:xfrm>
            <a:custGeom>
              <a:avLst/>
              <a:gdLst/>
              <a:ahLst/>
              <a:cxnLst/>
              <a:rect l="l" t="t" r="r" b="b"/>
              <a:pathLst>
                <a:path w="5217" h="7491" extrusionOk="0">
                  <a:moveTo>
                    <a:pt x="4060" y="0"/>
                  </a:moveTo>
                  <a:lnTo>
                    <a:pt x="0" y="6800"/>
                  </a:lnTo>
                  <a:lnTo>
                    <a:pt x="1157" y="7490"/>
                  </a:lnTo>
                  <a:lnTo>
                    <a:pt x="5217" y="690"/>
                  </a:lnTo>
                  <a:lnTo>
                    <a:pt x="4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70"/>
            <p:cNvSpPr/>
            <p:nvPr/>
          </p:nvSpPr>
          <p:spPr>
            <a:xfrm>
              <a:off x="-1604225" y="-1132050"/>
              <a:ext cx="130450" cy="187275"/>
            </a:xfrm>
            <a:custGeom>
              <a:avLst/>
              <a:gdLst/>
              <a:ahLst/>
              <a:cxnLst/>
              <a:rect l="l" t="t" r="r" b="b"/>
              <a:pathLst>
                <a:path w="5218" h="7491" extrusionOk="0">
                  <a:moveTo>
                    <a:pt x="4060" y="0"/>
                  </a:moveTo>
                  <a:lnTo>
                    <a:pt x="1" y="6800"/>
                  </a:lnTo>
                  <a:lnTo>
                    <a:pt x="1158" y="7490"/>
                  </a:lnTo>
                  <a:lnTo>
                    <a:pt x="5217" y="690"/>
                  </a:lnTo>
                  <a:lnTo>
                    <a:pt x="4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70"/>
            <p:cNvSpPr/>
            <p:nvPr/>
          </p:nvSpPr>
          <p:spPr>
            <a:xfrm>
              <a:off x="-2012725" y="-1132050"/>
              <a:ext cx="130450" cy="187275"/>
            </a:xfrm>
            <a:custGeom>
              <a:avLst/>
              <a:gdLst/>
              <a:ahLst/>
              <a:cxnLst/>
              <a:rect l="l" t="t" r="r" b="b"/>
              <a:pathLst>
                <a:path w="5218" h="7491" extrusionOk="0">
                  <a:moveTo>
                    <a:pt x="4060" y="0"/>
                  </a:moveTo>
                  <a:lnTo>
                    <a:pt x="1" y="6800"/>
                  </a:lnTo>
                  <a:lnTo>
                    <a:pt x="1178" y="7490"/>
                  </a:lnTo>
                  <a:lnTo>
                    <a:pt x="5217" y="690"/>
                  </a:lnTo>
                  <a:lnTo>
                    <a:pt x="4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70"/>
            <p:cNvSpPr/>
            <p:nvPr/>
          </p:nvSpPr>
          <p:spPr>
            <a:xfrm>
              <a:off x="-2421200" y="-1132050"/>
              <a:ext cx="130425" cy="187275"/>
            </a:xfrm>
            <a:custGeom>
              <a:avLst/>
              <a:gdLst/>
              <a:ahLst/>
              <a:cxnLst/>
              <a:rect l="l" t="t" r="r" b="b"/>
              <a:pathLst>
                <a:path w="5217" h="7491" extrusionOk="0">
                  <a:moveTo>
                    <a:pt x="4060" y="0"/>
                  </a:moveTo>
                  <a:lnTo>
                    <a:pt x="0" y="6800"/>
                  </a:lnTo>
                  <a:lnTo>
                    <a:pt x="1178" y="7490"/>
                  </a:lnTo>
                  <a:lnTo>
                    <a:pt x="5217" y="690"/>
                  </a:lnTo>
                  <a:lnTo>
                    <a:pt x="4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70"/>
            <p:cNvSpPr/>
            <p:nvPr/>
          </p:nvSpPr>
          <p:spPr>
            <a:xfrm>
              <a:off x="-2829175" y="-1132050"/>
              <a:ext cx="129925" cy="187275"/>
            </a:xfrm>
            <a:custGeom>
              <a:avLst/>
              <a:gdLst/>
              <a:ahLst/>
              <a:cxnLst/>
              <a:rect l="l" t="t" r="r" b="b"/>
              <a:pathLst>
                <a:path w="5197" h="7491" extrusionOk="0">
                  <a:moveTo>
                    <a:pt x="4039" y="0"/>
                  </a:moveTo>
                  <a:lnTo>
                    <a:pt x="0" y="6800"/>
                  </a:lnTo>
                  <a:lnTo>
                    <a:pt x="1157" y="7490"/>
                  </a:lnTo>
                  <a:lnTo>
                    <a:pt x="5196" y="690"/>
                  </a:lnTo>
                  <a:lnTo>
                    <a:pt x="403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70"/>
            <p:cNvSpPr/>
            <p:nvPr/>
          </p:nvSpPr>
          <p:spPr>
            <a:xfrm>
              <a:off x="-3237675" y="-1132050"/>
              <a:ext cx="129925" cy="187275"/>
            </a:xfrm>
            <a:custGeom>
              <a:avLst/>
              <a:gdLst/>
              <a:ahLst/>
              <a:cxnLst/>
              <a:rect l="l" t="t" r="r" b="b"/>
              <a:pathLst>
                <a:path w="5197" h="7491" extrusionOk="0">
                  <a:moveTo>
                    <a:pt x="4040" y="0"/>
                  </a:moveTo>
                  <a:lnTo>
                    <a:pt x="0" y="6800"/>
                  </a:lnTo>
                  <a:lnTo>
                    <a:pt x="1157" y="7490"/>
                  </a:lnTo>
                  <a:lnTo>
                    <a:pt x="5197" y="690"/>
                  </a:lnTo>
                  <a:lnTo>
                    <a:pt x="40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78" name="Google Shape;1478;p70"/>
          <p:cNvSpPr txBox="1"/>
          <p:nvPr/>
        </p:nvSpPr>
        <p:spPr>
          <a:xfrm>
            <a:off x="5936426" y="1643287"/>
            <a:ext cx="2524766" cy="2457000"/>
          </a:xfrm>
          <a:prstGeom prst="rect">
            <a:avLst/>
          </a:prstGeom>
          <a:noFill/>
          <a:ln>
            <a:noFill/>
          </a:ln>
        </p:spPr>
        <p:txBody>
          <a:bodyPr spcFirstLastPara="1" wrap="square" lIns="91425" tIns="91425" rIns="91425" bIns="91425" anchor="ctr" anchorCtr="0">
            <a:noAutofit/>
          </a:bodyPr>
          <a:lstStyle/>
          <a:p>
            <a:pPr lvl="0" algn="just"/>
            <a:r>
              <a:rPr lang="vi-VN" sz="1600" dirty="0">
                <a:solidFill>
                  <a:schemeClr val="accent2"/>
                </a:solidFill>
                <a:latin typeface="Raleway Medium"/>
                <a:ea typeface="Raleway Medium"/>
                <a:cs typeface="Raleway Medium"/>
                <a:sym typeface="Raleway Medium"/>
              </a:rPr>
              <a:t>Lập trình hành vi nhân vật chính với khả năng di chuyển linh hoạt trong mê cung và tương tác với vật thể, chướng ngại vật. Nhân vật cần đáp ứng yêu cầu người chơi và tương tác hợp lý với môi trường.</a:t>
            </a:r>
            <a:endParaRPr sz="1600" dirty="0">
              <a:solidFill>
                <a:schemeClr val="accent2"/>
              </a:solidFill>
              <a:latin typeface="Raleway Medium"/>
              <a:ea typeface="Raleway Medium"/>
              <a:cs typeface="Raleway Medium"/>
              <a:sym typeface="Raleway Medium"/>
            </a:endParaRPr>
          </a:p>
        </p:txBody>
      </p:sp>
      <p:pic>
        <p:nvPicPr>
          <p:cNvPr id="25" name="Picture 24"/>
          <p:cNvPicPr/>
          <p:nvPr/>
        </p:nvPicPr>
        <p:blipFill>
          <a:blip r:embed="rId3">
            <a:extLst>
              <a:ext uri="{28A0092B-C50C-407E-A947-70E740481C1C}">
                <a14:useLocalDpi xmlns:a14="http://schemas.microsoft.com/office/drawing/2010/main" val="0"/>
              </a:ext>
            </a:extLst>
          </a:blip>
          <a:stretch>
            <a:fillRect/>
          </a:stretch>
        </p:blipFill>
        <p:spPr>
          <a:xfrm>
            <a:off x="942976" y="1323975"/>
            <a:ext cx="4505324" cy="3095625"/>
          </a:xfrm>
          <a:prstGeom prst="rect">
            <a:avLst/>
          </a:prstGeom>
        </p:spPr>
      </p:pic>
    </p:spTree>
    <p:extLst>
      <p:ext uri="{BB962C8B-B14F-4D97-AF65-F5344CB8AC3E}">
        <p14:creationId xmlns:p14="http://schemas.microsoft.com/office/powerpoint/2010/main" val="83695043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78"/>
                                        </p:tgtEl>
                                        <p:attrNameLst>
                                          <p:attrName>style.visibility</p:attrName>
                                        </p:attrNameLst>
                                      </p:cBhvr>
                                      <p:to>
                                        <p:strVal val="visible"/>
                                      </p:to>
                                    </p:set>
                                    <p:animEffect transition="in" filter="fade">
                                      <p:cBhvr>
                                        <p:cTn id="7" dur="100"/>
                                        <p:tgtEl>
                                          <p:spTgt spid="1478"/>
                                        </p:tgtEl>
                                      </p:cBhvr>
                                    </p:animEffect>
                                  </p:childTnLst>
                                </p:cTn>
                              </p:par>
                              <p:par>
                                <p:cTn id="8" presetID="10" presetClass="entr" presetSubtype="0"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1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415"/>
        <p:cNvGrpSpPr/>
        <p:nvPr/>
      </p:nvGrpSpPr>
      <p:grpSpPr>
        <a:xfrm>
          <a:off x="0" y="0"/>
          <a:ext cx="0" cy="0"/>
          <a:chOff x="0" y="0"/>
          <a:chExt cx="0" cy="0"/>
        </a:xfrm>
      </p:grpSpPr>
      <p:sp>
        <p:nvSpPr>
          <p:cNvPr id="1416" name="Google Shape;1416;p67"/>
          <p:cNvSpPr/>
          <p:nvPr/>
        </p:nvSpPr>
        <p:spPr>
          <a:xfrm>
            <a:off x="1441200" y="0"/>
            <a:ext cx="6261600" cy="4608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67"/>
          <p:cNvSpPr/>
          <p:nvPr/>
        </p:nvSpPr>
        <p:spPr>
          <a:xfrm>
            <a:off x="1782000" y="-2"/>
            <a:ext cx="5580000" cy="4272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67"/>
          <p:cNvSpPr txBox="1">
            <a:spLocks noGrp="1"/>
          </p:cNvSpPr>
          <p:nvPr>
            <p:ph type="title"/>
          </p:nvPr>
        </p:nvSpPr>
        <p:spPr>
          <a:xfrm>
            <a:off x="2106050" y="2190967"/>
            <a:ext cx="49449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UTM Andrea" panose="02040603050506020204" pitchFamily="18" charset="0"/>
              </a:rPr>
              <a:t>Demo</a:t>
            </a:r>
            <a:endParaRPr dirty="0">
              <a:latin typeface="UTM Andrea" panose="02040603050506020204" pitchFamily="18" charset="0"/>
            </a:endParaRPr>
          </a:p>
        </p:txBody>
      </p:sp>
      <p:sp>
        <p:nvSpPr>
          <p:cNvPr id="1419" name="Google Shape;1419;p67"/>
          <p:cNvSpPr txBox="1">
            <a:spLocks noGrp="1"/>
          </p:cNvSpPr>
          <p:nvPr>
            <p:ph type="title" idx="2"/>
          </p:nvPr>
        </p:nvSpPr>
        <p:spPr>
          <a:xfrm>
            <a:off x="3638942" y="1349167"/>
            <a:ext cx="18828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UTM Andrea" panose="02040603050506020204" pitchFamily="18" charset="0"/>
              </a:rPr>
              <a:t>06.</a:t>
            </a:r>
            <a:endParaRPr>
              <a:latin typeface="UTM Andrea" panose="02040603050506020204" pitchFamily="18" charset="0"/>
            </a:endParaRPr>
          </a:p>
        </p:txBody>
      </p:sp>
      <p:cxnSp>
        <p:nvCxnSpPr>
          <p:cNvPr id="1421" name="Google Shape;1421;p67"/>
          <p:cNvCxnSpPr/>
          <p:nvPr/>
        </p:nvCxnSpPr>
        <p:spPr>
          <a:xfrm rot="10800000" flipH="1">
            <a:off x="2195400" y="3776859"/>
            <a:ext cx="5448900" cy="8100"/>
          </a:xfrm>
          <a:prstGeom prst="straightConnector1">
            <a:avLst/>
          </a:prstGeom>
          <a:noFill/>
          <a:ln w="19050" cap="flat" cmpd="sng">
            <a:solidFill>
              <a:schemeClr val="dk1"/>
            </a:solidFill>
            <a:prstDash val="solid"/>
            <a:round/>
            <a:headEnd type="none" w="med" len="med"/>
            <a:tailEnd type="none" w="med" len="med"/>
          </a:ln>
        </p:spPr>
      </p:cxnSp>
      <p:sp>
        <p:nvSpPr>
          <p:cNvPr id="1422" name="Google Shape;1422;p67"/>
          <p:cNvSpPr/>
          <p:nvPr/>
        </p:nvSpPr>
        <p:spPr>
          <a:xfrm>
            <a:off x="3573600" y="1192567"/>
            <a:ext cx="998400" cy="998400"/>
          </a:xfrm>
          <a:prstGeom prst="ellipse">
            <a:avLst/>
          </a:prstGeom>
          <a:solidFill>
            <a:schemeClr val="hlink">
              <a:alpha val="383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23" name="Google Shape;1423;p67"/>
          <p:cNvGrpSpPr/>
          <p:nvPr/>
        </p:nvGrpSpPr>
        <p:grpSpPr>
          <a:xfrm rot="-5400000">
            <a:off x="5093559" y="-281718"/>
            <a:ext cx="2159530" cy="548628"/>
            <a:chOff x="2641350" y="846250"/>
            <a:chExt cx="413600" cy="105075"/>
          </a:xfrm>
        </p:grpSpPr>
        <p:sp>
          <p:nvSpPr>
            <p:cNvPr id="1424" name="Google Shape;1424;p67"/>
            <p:cNvSpPr/>
            <p:nvPr/>
          </p:nvSpPr>
          <p:spPr>
            <a:xfrm>
              <a:off x="2991475" y="846250"/>
              <a:ext cx="63475" cy="105075"/>
            </a:xfrm>
            <a:custGeom>
              <a:avLst/>
              <a:gdLst/>
              <a:ahLst/>
              <a:cxnLst/>
              <a:rect l="l" t="t" r="r" b="b"/>
              <a:pathLst>
                <a:path w="2539" h="4203" extrusionOk="0">
                  <a:moveTo>
                    <a:pt x="2092" y="1"/>
                  </a:moveTo>
                  <a:lnTo>
                    <a:pt x="1" y="2111"/>
                  </a:lnTo>
                  <a:lnTo>
                    <a:pt x="2092" y="4202"/>
                  </a:lnTo>
                  <a:lnTo>
                    <a:pt x="2538" y="3756"/>
                  </a:lnTo>
                  <a:lnTo>
                    <a:pt x="874" y="2111"/>
                  </a:lnTo>
                  <a:lnTo>
                    <a:pt x="2538" y="447"/>
                  </a:lnTo>
                  <a:lnTo>
                    <a:pt x="209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67"/>
            <p:cNvSpPr/>
            <p:nvPr/>
          </p:nvSpPr>
          <p:spPr>
            <a:xfrm>
              <a:off x="2874775" y="846250"/>
              <a:ext cx="63450" cy="105075"/>
            </a:xfrm>
            <a:custGeom>
              <a:avLst/>
              <a:gdLst/>
              <a:ahLst/>
              <a:cxnLst/>
              <a:rect l="l" t="t" r="r" b="b"/>
              <a:pathLst>
                <a:path w="2538" h="4203" extrusionOk="0">
                  <a:moveTo>
                    <a:pt x="2091" y="1"/>
                  </a:moveTo>
                  <a:lnTo>
                    <a:pt x="0" y="2111"/>
                  </a:lnTo>
                  <a:lnTo>
                    <a:pt x="2091" y="4202"/>
                  </a:lnTo>
                  <a:lnTo>
                    <a:pt x="2538" y="3756"/>
                  </a:lnTo>
                  <a:lnTo>
                    <a:pt x="894" y="2111"/>
                  </a:lnTo>
                  <a:lnTo>
                    <a:pt x="2538" y="447"/>
                  </a:lnTo>
                  <a:lnTo>
                    <a:pt x="20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67"/>
            <p:cNvSpPr/>
            <p:nvPr/>
          </p:nvSpPr>
          <p:spPr>
            <a:xfrm>
              <a:off x="2758075" y="846250"/>
              <a:ext cx="63450" cy="105075"/>
            </a:xfrm>
            <a:custGeom>
              <a:avLst/>
              <a:gdLst/>
              <a:ahLst/>
              <a:cxnLst/>
              <a:rect l="l" t="t" r="r" b="b"/>
              <a:pathLst>
                <a:path w="2538" h="4203" extrusionOk="0">
                  <a:moveTo>
                    <a:pt x="2111" y="1"/>
                  </a:moveTo>
                  <a:lnTo>
                    <a:pt x="0" y="2111"/>
                  </a:lnTo>
                  <a:lnTo>
                    <a:pt x="2111" y="4202"/>
                  </a:lnTo>
                  <a:lnTo>
                    <a:pt x="2537" y="3756"/>
                  </a:lnTo>
                  <a:lnTo>
                    <a:pt x="893" y="2111"/>
                  </a:lnTo>
                  <a:lnTo>
                    <a:pt x="2537" y="447"/>
                  </a:lnTo>
                  <a:lnTo>
                    <a:pt x="21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67"/>
            <p:cNvSpPr/>
            <p:nvPr/>
          </p:nvSpPr>
          <p:spPr>
            <a:xfrm>
              <a:off x="2641350" y="846250"/>
              <a:ext cx="63975" cy="105075"/>
            </a:xfrm>
            <a:custGeom>
              <a:avLst/>
              <a:gdLst/>
              <a:ahLst/>
              <a:cxnLst/>
              <a:rect l="l" t="t" r="r" b="b"/>
              <a:pathLst>
                <a:path w="2559" h="4203" extrusionOk="0">
                  <a:moveTo>
                    <a:pt x="2112" y="1"/>
                  </a:moveTo>
                  <a:lnTo>
                    <a:pt x="1" y="2111"/>
                  </a:lnTo>
                  <a:lnTo>
                    <a:pt x="2112" y="4202"/>
                  </a:lnTo>
                  <a:lnTo>
                    <a:pt x="2558" y="3756"/>
                  </a:lnTo>
                  <a:lnTo>
                    <a:pt x="894" y="2111"/>
                  </a:lnTo>
                  <a:lnTo>
                    <a:pt x="2558" y="447"/>
                  </a:lnTo>
                  <a:lnTo>
                    <a:pt x="21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516"/>
        <p:cNvGrpSpPr/>
        <p:nvPr/>
      </p:nvGrpSpPr>
      <p:grpSpPr>
        <a:xfrm>
          <a:off x="0" y="0"/>
          <a:ext cx="0" cy="0"/>
          <a:chOff x="0" y="0"/>
          <a:chExt cx="0" cy="0"/>
        </a:xfrm>
      </p:grpSpPr>
      <p:sp>
        <p:nvSpPr>
          <p:cNvPr id="1517" name="Google Shape;1517;p72"/>
          <p:cNvSpPr/>
          <p:nvPr/>
        </p:nvSpPr>
        <p:spPr>
          <a:xfrm>
            <a:off x="2790660" y="1606880"/>
            <a:ext cx="996600" cy="996600"/>
          </a:xfrm>
          <a:prstGeom prst="ellipse">
            <a:avLst/>
          </a:prstGeom>
          <a:solidFill>
            <a:srgbClr val="6E79E4">
              <a:alpha val="359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72"/>
          <p:cNvSpPr txBox="1">
            <a:spLocks noGrp="1"/>
          </p:cNvSpPr>
          <p:nvPr>
            <p:ph type="ctrTitle"/>
          </p:nvPr>
        </p:nvSpPr>
        <p:spPr>
          <a:xfrm>
            <a:off x="2436723" y="2105180"/>
            <a:ext cx="4284000" cy="99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THANKS</a:t>
            </a:r>
            <a:endParaRPr dirty="0"/>
          </a:p>
        </p:txBody>
      </p:sp>
      <p:grpSp>
        <p:nvGrpSpPr>
          <p:cNvPr id="1532" name="Google Shape;1532;p72"/>
          <p:cNvGrpSpPr/>
          <p:nvPr/>
        </p:nvGrpSpPr>
        <p:grpSpPr>
          <a:xfrm>
            <a:off x="-267175" y="1108580"/>
            <a:ext cx="3397850" cy="187275"/>
            <a:chOff x="-3237675" y="-1132050"/>
            <a:chExt cx="3397850" cy="187275"/>
          </a:xfrm>
        </p:grpSpPr>
        <p:sp>
          <p:nvSpPr>
            <p:cNvPr id="1533" name="Google Shape;1533;p72"/>
            <p:cNvSpPr/>
            <p:nvPr/>
          </p:nvSpPr>
          <p:spPr>
            <a:xfrm>
              <a:off x="-378750" y="-1132050"/>
              <a:ext cx="130425" cy="187275"/>
            </a:xfrm>
            <a:custGeom>
              <a:avLst/>
              <a:gdLst/>
              <a:ahLst/>
              <a:cxnLst/>
              <a:rect l="l" t="t" r="r" b="b"/>
              <a:pathLst>
                <a:path w="5217" h="7491" extrusionOk="0">
                  <a:moveTo>
                    <a:pt x="4040" y="0"/>
                  </a:moveTo>
                  <a:lnTo>
                    <a:pt x="0" y="6800"/>
                  </a:lnTo>
                  <a:lnTo>
                    <a:pt x="1157" y="7490"/>
                  </a:lnTo>
                  <a:lnTo>
                    <a:pt x="5217" y="690"/>
                  </a:lnTo>
                  <a:lnTo>
                    <a:pt x="40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72"/>
            <p:cNvSpPr/>
            <p:nvPr/>
          </p:nvSpPr>
          <p:spPr>
            <a:xfrm>
              <a:off x="29725" y="-1132050"/>
              <a:ext cx="130450" cy="187275"/>
            </a:xfrm>
            <a:custGeom>
              <a:avLst/>
              <a:gdLst/>
              <a:ahLst/>
              <a:cxnLst/>
              <a:rect l="l" t="t" r="r" b="b"/>
              <a:pathLst>
                <a:path w="5218" h="7491" extrusionOk="0">
                  <a:moveTo>
                    <a:pt x="4040" y="0"/>
                  </a:moveTo>
                  <a:lnTo>
                    <a:pt x="1" y="6800"/>
                  </a:lnTo>
                  <a:lnTo>
                    <a:pt x="1158" y="7490"/>
                  </a:lnTo>
                  <a:lnTo>
                    <a:pt x="5217" y="690"/>
                  </a:lnTo>
                  <a:lnTo>
                    <a:pt x="40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72"/>
            <p:cNvSpPr/>
            <p:nvPr/>
          </p:nvSpPr>
          <p:spPr>
            <a:xfrm>
              <a:off x="-787250" y="-1132050"/>
              <a:ext cx="130450" cy="187275"/>
            </a:xfrm>
            <a:custGeom>
              <a:avLst/>
              <a:gdLst/>
              <a:ahLst/>
              <a:cxnLst/>
              <a:rect l="l" t="t" r="r" b="b"/>
              <a:pathLst>
                <a:path w="5218" h="7491" extrusionOk="0">
                  <a:moveTo>
                    <a:pt x="4040" y="0"/>
                  </a:moveTo>
                  <a:lnTo>
                    <a:pt x="1" y="6800"/>
                  </a:lnTo>
                  <a:lnTo>
                    <a:pt x="1158" y="7490"/>
                  </a:lnTo>
                  <a:lnTo>
                    <a:pt x="5217" y="690"/>
                  </a:lnTo>
                  <a:lnTo>
                    <a:pt x="40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72"/>
            <p:cNvSpPr/>
            <p:nvPr/>
          </p:nvSpPr>
          <p:spPr>
            <a:xfrm>
              <a:off x="-1195725" y="-1132050"/>
              <a:ext cx="130425" cy="187275"/>
            </a:xfrm>
            <a:custGeom>
              <a:avLst/>
              <a:gdLst/>
              <a:ahLst/>
              <a:cxnLst/>
              <a:rect l="l" t="t" r="r" b="b"/>
              <a:pathLst>
                <a:path w="5217" h="7491" extrusionOk="0">
                  <a:moveTo>
                    <a:pt x="4060" y="0"/>
                  </a:moveTo>
                  <a:lnTo>
                    <a:pt x="0" y="6800"/>
                  </a:lnTo>
                  <a:lnTo>
                    <a:pt x="1157" y="7490"/>
                  </a:lnTo>
                  <a:lnTo>
                    <a:pt x="5217" y="690"/>
                  </a:lnTo>
                  <a:lnTo>
                    <a:pt x="4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72"/>
            <p:cNvSpPr/>
            <p:nvPr/>
          </p:nvSpPr>
          <p:spPr>
            <a:xfrm>
              <a:off x="-1604225" y="-1132050"/>
              <a:ext cx="130450" cy="187275"/>
            </a:xfrm>
            <a:custGeom>
              <a:avLst/>
              <a:gdLst/>
              <a:ahLst/>
              <a:cxnLst/>
              <a:rect l="l" t="t" r="r" b="b"/>
              <a:pathLst>
                <a:path w="5218" h="7491" extrusionOk="0">
                  <a:moveTo>
                    <a:pt x="4060" y="0"/>
                  </a:moveTo>
                  <a:lnTo>
                    <a:pt x="1" y="6800"/>
                  </a:lnTo>
                  <a:lnTo>
                    <a:pt x="1158" y="7490"/>
                  </a:lnTo>
                  <a:lnTo>
                    <a:pt x="5217" y="690"/>
                  </a:lnTo>
                  <a:lnTo>
                    <a:pt x="4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72"/>
            <p:cNvSpPr/>
            <p:nvPr/>
          </p:nvSpPr>
          <p:spPr>
            <a:xfrm>
              <a:off x="-2012725" y="-1132050"/>
              <a:ext cx="130450" cy="187275"/>
            </a:xfrm>
            <a:custGeom>
              <a:avLst/>
              <a:gdLst/>
              <a:ahLst/>
              <a:cxnLst/>
              <a:rect l="l" t="t" r="r" b="b"/>
              <a:pathLst>
                <a:path w="5218" h="7491" extrusionOk="0">
                  <a:moveTo>
                    <a:pt x="4060" y="0"/>
                  </a:moveTo>
                  <a:lnTo>
                    <a:pt x="1" y="6800"/>
                  </a:lnTo>
                  <a:lnTo>
                    <a:pt x="1178" y="7490"/>
                  </a:lnTo>
                  <a:lnTo>
                    <a:pt x="5217" y="690"/>
                  </a:lnTo>
                  <a:lnTo>
                    <a:pt x="4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72"/>
            <p:cNvSpPr/>
            <p:nvPr/>
          </p:nvSpPr>
          <p:spPr>
            <a:xfrm>
              <a:off x="-2421200" y="-1132050"/>
              <a:ext cx="130425" cy="187275"/>
            </a:xfrm>
            <a:custGeom>
              <a:avLst/>
              <a:gdLst/>
              <a:ahLst/>
              <a:cxnLst/>
              <a:rect l="l" t="t" r="r" b="b"/>
              <a:pathLst>
                <a:path w="5217" h="7491" extrusionOk="0">
                  <a:moveTo>
                    <a:pt x="4060" y="0"/>
                  </a:moveTo>
                  <a:lnTo>
                    <a:pt x="0" y="6800"/>
                  </a:lnTo>
                  <a:lnTo>
                    <a:pt x="1178" y="7490"/>
                  </a:lnTo>
                  <a:lnTo>
                    <a:pt x="5217" y="690"/>
                  </a:lnTo>
                  <a:lnTo>
                    <a:pt x="4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72"/>
            <p:cNvSpPr/>
            <p:nvPr/>
          </p:nvSpPr>
          <p:spPr>
            <a:xfrm>
              <a:off x="-2829175" y="-1132050"/>
              <a:ext cx="129925" cy="187275"/>
            </a:xfrm>
            <a:custGeom>
              <a:avLst/>
              <a:gdLst/>
              <a:ahLst/>
              <a:cxnLst/>
              <a:rect l="l" t="t" r="r" b="b"/>
              <a:pathLst>
                <a:path w="5197" h="7491" extrusionOk="0">
                  <a:moveTo>
                    <a:pt x="4039" y="0"/>
                  </a:moveTo>
                  <a:lnTo>
                    <a:pt x="0" y="6800"/>
                  </a:lnTo>
                  <a:lnTo>
                    <a:pt x="1157" y="7490"/>
                  </a:lnTo>
                  <a:lnTo>
                    <a:pt x="5196" y="690"/>
                  </a:lnTo>
                  <a:lnTo>
                    <a:pt x="403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72"/>
            <p:cNvSpPr/>
            <p:nvPr/>
          </p:nvSpPr>
          <p:spPr>
            <a:xfrm>
              <a:off x="-3237675" y="-1132050"/>
              <a:ext cx="129925" cy="187275"/>
            </a:xfrm>
            <a:custGeom>
              <a:avLst/>
              <a:gdLst/>
              <a:ahLst/>
              <a:cxnLst/>
              <a:rect l="l" t="t" r="r" b="b"/>
              <a:pathLst>
                <a:path w="5197" h="7491" extrusionOk="0">
                  <a:moveTo>
                    <a:pt x="4040" y="0"/>
                  </a:moveTo>
                  <a:lnTo>
                    <a:pt x="0" y="6800"/>
                  </a:lnTo>
                  <a:lnTo>
                    <a:pt x="1157" y="7490"/>
                  </a:lnTo>
                  <a:lnTo>
                    <a:pt x="5197" y="690"/>
                  </a:lnTo>
                  <a:lnTo>
                    <a:pt x="40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heme/theme1.xml><?xml version="1.0" encoding="utf-8"?>
<a:theme xmlns:a="http://schemas.openxmlformats.org/drawingml/2006/main" name="Artificial Intelligence (AI) Startup Business Plan by Slidesgo">
  <a:themeElements>
    <a:clrScheme name="Simple Light">
      <a:dk1>
        <a:srgbClr val="191919"/>
      </a:dk1>
      <a:lt1>
        <a:srgbClr val="FFFFFF"/>
      </a:lt1>
      <a:dk2>
        <a:srgbClr val="C1C1C1"/>
      </a:dk2>
      <a:lt2>
        <a:srgbClr val="E7E7E7"/>
      </a:lt2>
      <a:accent1>
        <a:srgbClr val="6E79E4"/>
      </a:accent1>
      <a:accent2>
        <a:srgbClr val="3C3C3B"/>
      </a:accent2>
      <a:accent3>
        <a:srgbClr val="5C64B8"/>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557</TotalTime>
  <Words>1005</Words>
  <Application>Microsoft Office PowerPoint</Application>
  <PresentationFormat>On-screen Show (16:9)</PresentationFormat>
  <Paragraphs>97</Paragraphs>
  <Slides>27</Slides>
  <Notes>27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Bebas Neue</vt:lpstr>
      <vt:lpstr>Raleway Medium</vt:lpstr>
      <vt:lpstr>UTM Bubble Boom</vt:lpstr>
      <vt:lpstr>Nunito</vt:lpstr>
      <vt:lpstr>Arial</vt:lpstr>
      <vt:lpstr>UTM Andrea</vt:lpstr>
      <vt:lpstr>Farsan</vt:lpstr>
      <vt:lpstr>Artificial Intelligence (AI) Startup Business Plan by Slidesgo</vt:lpstr>
      <vt:lpstr>Trí tuệ nhân tạo</vt:lpstr>
      <vt:lpstr>Thành viên</vt:lpstr>
      <vt:lpstr>Giới thiệu</vt:lpstr>
      <vt:lpstr>Giới thiệu</vt:lpstr>
      <vt:lpstr>Lý do chọn</vt:lpstr>
      <vt:lpstr>Mục tiêu</vt:lpstr>
      <vt:lpstr>Phạm vi</vt:lpstr>
      <vt:lpstr>Chức năng</vt:lpstr>
      <vt:lpstr>Chức năng</vt:lpstr>
      <vt:lpstr>Thiết kế  hệ thống</vt:lpstr>
      <vt:lpstr>Kiến trúc phần mềm</vt:lpstr>
      <vt:lpstr>Giải mê cung</vt:lpstr>
      <vt:lpstr>Cách thức hoạt động</vt:lpstr>
      <vt:lpstr>Ưu điểm của thuật toán A*</vt:lpstr>
      <vt:lpstr>Ứng dụng trong trò chơi</vt:lpstr>
      <vt:lpstr>PowerPoint Presentation</vt:lpstr>
      <vt:lpstr>Thiết kế  giao diện</vt:lpstr>
      <vt:lpstr>Tạo bản đồ mê cung</vt:lpstr>
      <vt:lpstr>Cách thức hoạt động</vt:lpstr>
      <vt:lpstr>Cách thức hoạt động</vt:lpstr>
      <vt:lpstr>Ưu điểm của thuật toán DFS</vt:lpstr>
      <vt:lpstr>Ứng dụng trong trò chơi</vt:lpstr>
      <vt:lpstr>Nhân vật</vt:lpstr>
      <vt:lpstr>Nhân vật chính</vt:lpstr>
      <vt:lpstr>Phát triển nhân vật chính</vt:lpstr>
      <vt:lpstr>Demo</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Trí tuệ nhân tạo</dc:title>
  <dc:creator>Admin</dc:creator>
  <cp:lastModifiedBy>tuan pham</cp:lastModifiedBy>
  <cp:revision>52</cp:revision>
  <dcterms:modified xsi:type="dcterms:W3CDTF">2024-10-22T05:28:04Z</dcterms:modified>
</cp:coreProperties>
</file>